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b26698622a240ac" Type="http://schemas.openxmlformats.org/package/2006/relationships/metadata/core-properties" Target="docProps/core.xml"/><Relationship Id="R428d13b2d9f84794" Type="http://schemas.openxmlformats.org/officeDocument/2006/relationships/officeDocument" Target="ppt/presentation.xml"/><Relationship Id="R82876af1fa06411a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e6aa04aedc497b"/>
  </p:sldMasterIdLst>
  <p:notesMasterIdLst>
    <p:notesMasterId xmlns:r="http://schemas.openxmlformats.org/officeDocument/2006/relationships" r:id="R78f730019c4443f8"/>
  </p:notesMasterIdLst>
  <p:sldIdLst>
    <p:sldId xmlns:r="http://schemas.openxmlformats.org/officeDocument/2006/relationships" id="256" r:id="R1442eeb297c64daf"/>
    <p:sldId xmlns:r="http://schemas.openxmlformats.org/officeDocument/2006/relationships" id="257" r:id="R7ce3e5663a5c41c7"/>
    <p:sldId xmlns:r="http://schemas.openxmlformats.org/officeDocument/2006/relationships" id="258" r:id="R1e52ac2afa3d4259"/>
    <p:sldId xmlns:r="http://schemas.openxmlformats.org/officeDocument/2006/relationships" id="259" r:id="R12ef025222534f79"/>
    <p:sldId xmlns:r="http://schemas.openxmlformats.org/officeDocument/2006/relationships" id="260" r:id="R751b107aa4c24a1c"/>
    <p:sldId xmlns:r="http://schemas.openxmlformats.org/officeDocument/2006/relationships" id="261" r:id="R26c1b8eedfd34258"/>
    <p:sldId xmlns:r="http://schemas.openxmlformats.org/officeDocument/2006/relationships" id="262" r:id="R8f0e16a9c4774a82"/>
    <p:sldId xmlns:r="http://schemas.openxmlformats.org/officeDocument/2006/relationships" id="263" r:id="Rf6ac04056b3a4ac8"/>
    <p:sldId xmlns:r="http://schemas.openxmlformats.org/officeDocument/2006/relationships" id="264" r:id="R0ce5b534149148d5"/>
    <p:sldId xmlns:r="http://schemas.openxmlformats.org/officeDocument/2006/relationships" id="265" r:id="R291a6345f6234970"/>
    <p:sldId xmlns:r="http://schemas.openxmlformats.org/officeDocument/2006/relationships" id="266" r:id="Re4583a4b6eeb4adc"/>
    <p:sldId xmlns:r="http://schemas.openxmlformats.org/officeDocument/2006/relationships" id="267" r:id="Rccda3eb82851453e"/>
    <p:sldId xmlns:r="http://schemas.openxmlformats.org/officeDocument/2006/relationships" id="268" r:id="R69fd1f112caf45fc"/>
    <p:sldId xmlns:r="http://schemas.openxmlformats.org/officeDocument/2006/relationships" id="269" r:id="R3b07555a84464c47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ce5b534149148d5" Type="http://schemas.openxmlformats.org/officeDocument/2006/relationships/slide" Target="slides/slide9.xml"/><Relationship Id="R12ef025222534f79" Type="http://schemas.openxmlformats.org/officeDocument/2006/relationships/slide" Target="slides/slide4.xml"/><Relationship Id="R1442eeb297c64daf" Type="http://schemas.openxmlformats.org/officeDocument/2006/relationships/slide" Target="slides/slide1.xml"/><Relationship Id="R1e52ac2afa3d4259" Type="http://schemas.openxmlformats.org/officeDocument/2006/relationships/slide" Target="slides/slide3.xml"/><Relationship Id="R26c1b8eedfd34258" Type="http://schemas.openxmlformats.org/officeDocument/2006/relationships/slide" Target="slides/slide6.xml"/><Relationship Id="R291a6345f6234970" Type="http://schemas.openxmlformats.org/officeDocument/2006/relationships/slide" Target="slides/slide10.xml"/><Relationship Id="R3b07555a84464c47" Type="http://schemas.openxmlformats.org/officeDocument/2006/relationships/slide" Target="slides/slide14.xml"/><Relationship Id="R5c3ed6178425407d" Type="http://schemas.openxmlformats.org/officeDocument/2006/relationships/presProps" Target="presProps.xml"/><Relationship Id="R69fd1f112caf45fc" Type="http://schemas.openxmlformats.org/officeDocument/2006/relationships/slide" Target="slides/slide13.xml"/><Relationship Id="R73c5b34fbabf4f67" Type="http://schemas.openxmlformats.org/officeDocument/2006/relationships/tableStyles" Target="tableStyles.xml"/><Relationship Id="R751b107aa4c24a1c" Type="http://schemas.openxmlformats.org/officeDocument/2006/relationships/slide" Target="slides/slide5.xml"/><Relationship Id="R78f730019c4443f8" Type="http://schemas.openxmlformats.org/officeDocument/2006/relationships/notesMaster" Target="notesMasters/notesMaster1.xml"/><Relationship Id="R7ce3e5663a5c41c7" Type="http://schemas.openxmlformats.org/officeDocument/2006/relationships/slide" Target="slides/slide2.xml"/><Relationship Id="R8f0e16a9c4774a82" Type="http://schemas.openxmlformats.org/officeDocument/2006/relationships/slide" Target="slides/slide7.xml"/><Relationship Id="R921144593e7b4b16" Type="http://schemas.openxmlformats.org/officeDocument/2006/relationships/theme" Target="theme/theme1.xml"/><Relationship Id="Rcae6aa04aedc497b" Type="http://schemas.openxmlformats.org/officeDocument/2006/relationships/slideMaster" Target="slideMasters/slideMaster1.xml"/><Relationship Id="Rccda3eb82851453e" Type="http://schemas.openxmlformats.org/officeDocument/2006/relationships/slide" Target="slides/slide12.xml"/><Relationship Id="Re4583a4b6eeb4adc" Type="http://schemas.openxmlformats.org/officeDocument/2006/relationships/slide" Target="slides/slide11.xml"/><Relationship Id="Rf6ac04056b3a4ac8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6c0c741012c0441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0a9ea363879425d" Type="http://schemas.openxmlformats.org/officeDocument/2006/relationships/notesMaster" Target="../notesMasters/notesMaster1.xml"/><Relationship Id="R6db89bac0aa24569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e47a813e8414fc5" Type="http://schemas.openxmlformats.org/officeDocument/2006/relationships/slide" Target="../slides/slide2.xml"/><Relationship Id="R2f897f84aebf4c94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274880799de84406" Type="http://schemas.openxmlformats.org/officeDocument/2006/relationships/notesMaster" Target="../notesMasters/notesMaster1.xml"/><Relationship Id="Rb4a1036e9d644238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61412bc113264271" Type="http://schemas.openxmlformats.org/officeDocument/2006/relationships/notesMaster" Target="../notesMasters/notesMaster1.xml"/><Relationship Id="R943c0da5cfad45bb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0cfadea8426454d" Type="http://schemas.openxmlformats.org/officeDocument/2006/relationships/notesMaster" Target="../notesMasters/notesMaster1.xml"/><Relationship Id="R323056dcbe0f4a38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ebcc4cc1fd94881" Type="http://schemas.openxmlformats.org/officeDocument/2006/relationships/slide" Target="../slides/slide6.xml"/><Relationship Id="Rb7cd7e93d791469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5ce7968d891431c" Type="http://schemas.openxmlformats.org/officeDocument/2006/relationships/notesMaster" Target="../notesMasters/notesMaster1.xml"/><Relationship Id="Ra6458bb2be864090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4f13ae0fab60426d" Type="http://schemas.openxmlformats.org/officeDocument/2006/relationships/slide" Target="../slides/slide8.xml"/><Relationship Id="R5e0831d3560540cb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701b4474c5ca4354" Type="http://schemas.openxmlformats.org/officeDocument/2006/relationships/notesMaster" Target="../notesMasters/notesMaster1.xml"/><Relationship Id="Rdb2a3bfad6bf4d7b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3043adf8b2aa46d1" Type="http://schemas.openxmlformats.org/officeDocument/2006/relationships/notesMaster" Target="../notesMasters/notesMaster1.xml"/><Relationship Id="R9c619bfbd396468f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f7ca1d16a1c44196" Type="http://schemas.openxmlformats.org/officeDocument/2006/relationships/notesMaster" Target="../notesMasters/notesMaster1.xml"/><Relationship Id="Rf819f8f8fdd0498c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3c72e5b2d0394ef3" Type="http://schemas.openxmlformats.org/officeDocument/2006/relationships/slide" Target="../slides/slide12.xml"/><Relationship Id="R6d8966ba2d264e08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0e478840933a45e2" Type="http://schemas.openxmlformats.org/officeDocument/2006/relationships/notesMaster" Target="../notesMasters/notesMaster1.xml"/><Relationship Id="R9ce9a7bef3c84940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6574d773cf3d4a2a" Type="http://schemas.openxmlformats.org/officeDocument/2006/relationships/notesMaster" Target="../notesMasters/notesMaster1.xml"/><Relationship Id="R6fe9c36911864778" Type="http://schemas.openxmlformats.org/officeDocument/2006/relationships/slide" Target="../slides/slide14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7edabdf3d274ae9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10ba847c31e4895" Type="http://schemas.openxmlformats.org/officeDocument/2006/relationships/theme" Target="theme/theme2.xml"/><Relationship Id="Rc6dfea942092414f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dfea94209241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853d60a3117246ce" Type="http://schemas.openxmlformats.org/officeDocument/2006/relationships/slideLayout" Target="../slideLayouts/slideLayout1.xml"/><Relationship Id="Re7f3935392fd43e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e242098ccf44d5a" Type="http://schemas.openxmlformats.org/officeDocument/2006/relationships/slideLayout" Target="../slideLayouts/slideLayout1.xml"/><Relationship Id="Ra03779bcf52c46b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4653e658574c4f2c" Type="http://schemas.openxmlformats.org/officeDocument/2006/relationships/notesSlide" Target="../notesSlides/notesSlide3.xml"/><Relationship Id="R67a25bc7c0fd4e25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7052ce51f7974c94" Type="http://schemas.openxmlformats.org/officeDocument/2006/relationships/slideLayout" Target="../slideLayouts/slideLayout1.xml"/><Relationship Id="R90b83a1a09984e6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586c89f6f32d4b6f" Type="http://schemas.openxmlformats.org/officeDocument/2006/relationships/notesSlide" Target="../notesSlides/notesSlide5.xml"/><Relationship Id="R601b3b6c44fc4b69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06ef6d0945ac4a5b" Type="http://schemas.openxmlformats.org/officeDocument/2006/relationships/slideLayout" Target="../slideLayouts/slideLayout1.xml"/><Relationship Id="R6d71a2b603e44d1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cf2e4d1a05024eb7" Type="http://schemas.openxmlformats.org/officeDocument/2006/relationships/slideLayout" Target="../slideLayouts/slideLayout1.xml"/><Relationship Id="Rfeca8bc056a64a2a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05d27dc7e7e04833" Type="http://schemas.openxmlformats.org/officeDocument/2006/relationships/notesSlide" Target="../notesSlides/notesSlide8.xml"/><Relationship Id="Ra3ae9e896a3f4fb7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9d72268de3e84d85" Type="http://schemas.openxmlformats.org/officeDocument/2006/relationships/notesSlide" Target="../notesSlides/notesSlide9.xml"/><Relationship Id="Rf51793aa0b604536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d121376f21714f02" Type="http://schemas.openxmlformats.org/officeDocument/2006/relationships/notesSlide" Target="../notesSlides/notesSlide10.xml"/><Relationship Id="Rd66af832dc9b446a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01302368cff24c50" Type="http://schemas.openxmlformats.org/officeDocument/2006/relationships/slideLayout" Target="../slideLayouts/slideLayout1.xml"/><Relationship Id="R0c12ee79464643a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15ce688b1e834871" Type="http://schemas.openxmlformats.org/officeDocument/2006/relationships/notesSlide" Target="../notesSlides/notesSlide12.xml"/><Relationship Id="R1c9b70cb29c2418b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311b6953e7454d8a" Type="http://schemas.openxmlformats.org/officeDocument/2006/relationships/notesSlide" Target="../notesSlides/notesSlide13.xml"/><Relationship Id="Rc9a1daf62e334268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1847a3508190435a" Type="http://schemas.openxmlformats.org/officeDocument/2006/relationships/slideLayout" Target="../slideLayouts/slideLayout1.xml"/><Relationship Id="Rc9cd77684885450b" Type="http://schemas.openxmlformats.org/officeDocument/2006/relationships/notesSlide" Target="../notesSlides/notesSlide14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3" name="Rectangle 1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ver-green-band">
            <a:extLst xmlns:a="http://schemas.openxmlformats.org/drawingml/2006/main">
              <a:ext uri="{FF2B5EF4-FFF2-40B4-BE49-F238E27FC236}">
                <a16:creationId xmlns:a16="http://schemas.microsoft.com/office/drawing/2014/main" id="{5AA22E09-9D80-4AB2-89A1-91EC69C2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A04CD36-735D-459C-810D-B7E71424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240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7A3E"/>
                </a:solidFill>
              </a:defRPr>
            </a:pPr>
            <a:r>
              <a:rPr sz="1200" b="1">
                <a:solidFill>
                  <a:srgbClr val="0B7A3E"/>
                </a:solidFill>
              </a:rPr>
              <a:t>PADRAO DE SUPORTABILIDADE OPERACIONAL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2EA63F7-5116-4089-A513-5838BECC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8600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2126"/>
                </a:solidFill>
              </a:defRPr>
            </a:pPr>
            <a:r>
              <a:rPr sz="4650" b="1">
                <a:solidFill>
                  <a:srgbClr val="172126"/>
                </a:solidFill>
              </a:rPr>
              <a:t>Requisitos mínimos</a:t>
            </a:r>
          </a:p>
          <a:p xmlns:a="http://schemas.openxmlformats.org/drawingml/2006/main">
            <a:pPr>
              <a:defRPr sz="4650" b="1">
                <a:solidFill>
                  <a:srgbClr val="172126"/>
                </a:solidFill>
              </a:defRPr>
            </a:pPr>
            <a:r>
              <a:rPr sz="4650" b="1">
                <a:solidFill>
                  <a:srgbClr val="172126"/>
                </a:solidFill>
              </a:rPr>
              <a:t>para suporte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3840183-05F6-4D32-A295-189BE0A5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00550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57177"/>
                </a:solidFill>
              </a:defRPr>
            </a:pPr>
            <a:r>
              <a:rPr sz="1875">
                <a:solidFill>
                  <a:srgbClr val="657177"/>
                </a:solidFill>
              </a:rPr>
              <a:t>Uma base comum para investigar, corrigir e evoluir sistemas legados com evidências verificáveis.</a:t>
            </a:r>
          </a:p>
        </p:txBody>
      </p:sp>
      <p:sp>
        <p:nvSpPr>
          <p:cNvPr id="5" name="cover-seven">
            <a:extLst xmlns:a="http://schemas.openxmlformats.org/drawingml/2006/main">
              <a:ext uri="{FF2B5EF4-FFF2-40B4-BE49-F238E27FC236}">
                <a16:creationId xmlns:a16="http://schemas.microsoft.com/office/drawing/2014/main" id="{A4D7FA81-A6F3-4D5E-A65E-466C7407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66900"/>
            <a:ext cx="2095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100" b="1">
                <a:solidFill>
                  <a:srgbClr val="0B7A3E"/>
                </a:solidFill>
              </a:defRPr>
            </a:pPr>
            <a:r>
              <a:rPr sz="14100" b="1">
                <a:solidFill>
                  <a:srgbClr val="0B7A3E"/>
                </a:solidFill>
              </a:rPr>
              <a:t>7</a:t>
            </a:r>
          </a:p>
        </p:txBody>
      </p:sp>
      <p:sp>
        <p:nvSpPr>
          <p:cNvPr id="6" name="cover-seven-label">
            <a:extLst xmlns:a="http://schemas.openxmlformats.org/drawingml/2006/main">
              <a:ext uri="{FF2B5EF4-FFF2-40B4-BE49-F238E27FC236}">
                <a16:creationId xmlns:a16="http://schemas.microsoft.com/office/drawing/2014/main" id="{0585745D-20C3-4687-860A-EB2EB0EA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862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6"/>
                </a:solidFill>
              </a:defRPr>
            </a:pPr>
            <a:r>
              <a:rPr sz="1650" b="1">
                <a:solidFill>
                  <a:srgbClr val="172126"/>
                </a:solidFill>
              </a:rPr>
              <a:t>gates mínimos</a:t>
            </a:r>
          </a:p>
        </p:txBody>
      </p:sp>
      <p:sp>
        <p:nvSpPr>
          <p:cNvPr id="7" name="cover-rule">
            <a:extLst xmlns:a="http://schemas.openxmlformats.org/drawingml/2006/main">
              <a:ext uri="{FF2B5EF4-FFF2-40B4-BE49-F238E27FC236}">
                <a16:creationId xmlns:a16="http://schemas.microsoft.com/office/drawing/2014/main" id="{1C26B516-A89E-4C3F-82CE-DDB31B02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2484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8" name="cover-brand">
            <a:extLst xmlns:a="http://schemas.openxmlformats.org/drawingml/2006/main">
              <a:ext uri="{FF2B5EF4-FFF2-40B4-BE49-F238E27FC236}">
                <a16:creationId xmlns:a16="http://schemas.microsoft.com/office/drawing/2014/main" id="{457F5A26-D420-4B79-BB3E-CE21F959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5341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BCE"/>
                </a:solidFill>
              </a:defRPr>
            </a:pPr>
            <a:r>
              <a:rPr sz="1350" b="1">
                <a:solidFill>
                  <a:srgbClr val="246BCE"/>
                </a:solidFill>
              </a:rPr>
              <a:t>by Play Sistemas Inteligentes</a:t>
            </a:r>
          </a:p>
        </p:txBody>
      </p:sp>
    </p:spTree>
    <p:extLst>
      <p:ext uri="{BB962C8B-B14F-4D97-AF65-F5344CB8AC3E}">
        <p14:creationId xmlns:p14="http://schemas.microsoft.com/office/powerpoint/2010/main" val="642033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ction-2">
            <a:extLst xmlns:a="http://schemas.openxmlformats.org/drawingml/2006/main">
              <a:ext uri="{FF2B5EF4-FFF2-40B4-BE49-F238E27FC236}">
                <a16:creationId xmlns:a16="http://schemas.microsoft.com/office/drawing/2014/main" id="{17BB8E1E-B170-4896-9C04-DD4C49CA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66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A PREMISSA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7D86C0C-0B33-4AED-B2F1-3AA0428D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85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Suporte começa com evidência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9CCC992A-62D8-4715-B9D3-03C92093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86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2">
            <a:extLst xmlns:a="http://schemas.openxmlformats.org/drawingml/2006/main">
              <a:ext uri="{FF2B5EF4-FFF2-40B4-BE49-F238E27FC236}">
                <a16:creationId xmlns:a16="http://schemas.microsoft.com/office/drawing/2014/main" id="{2858700B-EA45-436F-A6A4-B4FBB0F4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181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386F8202-4D18-4526-9A6D-80311647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181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02</a:t>
            </a:r>
          </a:p>
        </p:txBody>
      </p:sp>
      <p:sp>
        <p:nvSpPr>
          <p:cNvPr id="6" name="premise-claim">
            <a:extLst xmlns:a="http://schemas.openxmlformats.org/drawingml/2006/main">
              <a:ext uri="{FF2B5EF4-FFF2-40B4-BE49-F238E27FC236}">
                <a16:creationId xmlns:a16="http://schemas.microsoft.com/office/drawing/2014/main" id="{81AD74F3-0DCA-422C-8458-03CCDD3D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051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6"/>
                </a:solidFill>
              </a:defRPr>
            </a:pPr>
            <a:r>
              <a:rPr sz="2700" b="1">
                <a:solidFill>
                  <a:srgbClr val="172126"/>
                </a:solidFill>
              </a:rPr>
              <a:t>Conhecer o sistema não substitui a capacidade de provar o que aconteceu.</a:t>
            </a:r>
          </a:p>
        </p:txBody>
      </p:sp>
      <p:sp>
        <p:nvSpPr>
          <p:cNvPr id="7" name="premise-body">
            <a:extLst xmlns:a="http://schemas.openxmlformats.org/drawingml/2006/main">
              <a:ext uri="{FF2B5EF4-FFF2-40B4-BE49-F238E27FC236}">
                <a16:creationId xmlns:a16="http://schemas.microsoft.com/office/drawing/2014/main" id="{38D77D53-E317-411B-AD41-13E4599A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481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177"/>
                </a:solidFill>
              </a:defRPr>
            </a:pPr>
            <a:r>
              <a:rPr sz="1650">
                <a:solidFill>
                  <a:srgbClr val="657177"/>
                </a:solidFill>
              </a:rPr>
              <a:t>O atendimento precisa partir de uma operação real, identificar a versão executada e chegar ao código-fonte correto sem depender de memória, acesso improvisado ao servidor ou tentativa e erro.</a:t>
            </a:r>
          </a:p>
        </p:txBody>
      </p:sp>
      <p:sp>
        <p:nvSpPr>
          <p:cNvPr id="8" name="premise-panel">
            <a:extLst xmlns:a="http://schemas.openxmlformats.org/drawingml/2006/main">
              <a:ext uri="{FF2B5EF4-FFF2-40B4-BE49-F238E27FC236}">
                <a16:creationId xmlns:a16="http://schemas.microsoft.com/office/drawing/2014/main" id="{9DFC5D7A-D4C8-4AF3-AF49-FB72FF26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D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9" name="premise-arrow-1">
            <a:extLst xmlns:a="http://schemas.openxmlformats.org/drawingml/2006/main">
              <a:ext uri="{FF2B5EF4-FFF2-40B4-BE49-F238E27FC236}">
                <a16:creationId xmlns:a16="http://schemas.microsoft.com/office/drawing/2014/main" id="{C42615F2-2820-4D61-AF12-15595C9B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0515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7A3E"/>
                </a:solidFill>
              </a:defRPr>
            </a:pPr>
            <a:r>
              <a:rPr sz="1425" b="1">
                <a:solidFill>
                  <a:srgbClr val="0B7A3E"/>
                </a:solidFill>
              </a:rPr>
              <a:t>OPERAÇÃO</a:t>
            </a:r>
          </a:p>
        </p:txBody>
      </p:sp>
      <p:sp>
        <p:nvSpPr>
          <p:cNvPr id="10" name="premise-r1">
            <a:extLst xmlns:a="http://schemas.openxmlformats.org/drawingml/2006/main">
              <a:ext uri="{FF2B5EF4-FFF2-40B4-BE49-F238E27FC236}">
                <a16:creationId xmlns:a16="http://schemas.microsoft.com/office/drawing/2014/main" id="{EAFE4A1F-C726-40CF-8862-21A89DAE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1950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1" name="premise-arrow-2">
            <a:extLst xmlns:a="http://schemas.openxmlformats.org/drawingml/2006/main">
              <a:ext uri="{FF2B5EF4-FFF2-40B4-BE49-F238E27FC236}">
                <a16:creationId xmlns:a16="http://schemas.microsoft.com/office/drawing/2014/main" id="{7CB90019-D4EF-4A8C-BD45-635144BC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4810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7A3E"/>
                </a:solidFill>
              </a:defRPr>
            </a:pPr>
            <a:r>
              <a:rPr sz="1425" b="1">
                <a:solidFill>
                  <a:srgbClr val="0B7A3E"/>
                </a:solidFill>
              </a:rPr>
              <a:t>VERSÃO</a:t>
            </a:r>
          </a:p>
        </p:txBody>
      </p:sp>
      <p:sp>
        <p:nvSpPr>
          <p:cNvPr id="12" name="premise-r2">
            <a:extLst xmlns:a="http://schemas.openxmlformats.org/drawingml/2006/main">
              <a:ext uri="{FF2B5EF4-FFF2-40B4-BE49-F238E27FC236}">
                <a16:creationId xmlns:a16="http://schemas.microsoft.com/office/drawing/2014/main" id="{7E3C7927-3CFF-4A6D-92E1-96B1E3A8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3" name="premise-arrow-3">
            <a:extLst xmlns:a="http://schemas.openxmlformats.org/drawingml/2006/main">
              <a:ext uri="{FF2B5EF4-FFF2-40B4-BE49-F238E27FC236}">
                <a16:creationId xmlns:a16="http://schemas.microsoft.com/office/drawing/2014/main" id="{A64283A6-DF76-434D-807E-23EE2E7F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9105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7A3E"/>
                </a:solidFill>
              </a:defRPr>
            </a:pPr>
            <a:r>
              <a:rPr sz="1425" b="1">
                <a:solidFill>
                  <a:srgbClr val="0B7A3E"/>
                </a:solidFill>
              </a:rPr>
              <a:t>EVIDÊNCIAS</a:t>
            </a:r>
          </a:p>
        </p:txBody>
      </p:sp>
      <p:sp>
        <p:nvSpPr>
          <p:cNvPr id="14" name="premise-r3">
            <a:extLst xmlns:a="http://schemas.openxmlformats.org/drawingml/2006/main">
              <a:ext uri="{FF2B5EF4-FFF2-40B4-BE49-F238E27FC236}">
                <a16:creationId xmlns:a16="http://schemas.microsoft.com/office/drawing/2014/main" id="{167C05FE-A161-4787-BE0E-7EDB5DF8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0540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5" name="premise-arrow-4">
            <a:extLst xmlns:a="http://schemas.openxmlformats.org/drawingml/2006/main">
              <a:ext uri="{FF2B5EF4-FFF2-40B4-BE49-F238E27FC236}">
                <a16:creationId xmlns:a16="http://schemas.microsoft.com/office/drawing/2014/main" id="{C812EF8C-F508-4FDD-A804-E6034ADB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3400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7A3E"/>
                </a:solidFill>
              </a:defRPr>
            </a:pPr>
            <a:r>
              <a:rPr sz="1425" b="1">
                <a:solidFill>
                  <a:srgbClr val="0B7A3E"/>
                </a:solidFill>
              </a:rPr>
              <a:t>CÓDIGO</a:t>
            </a:r>
          </a:p>
        </p:txBody>
      </p:sp>
    </p:spTree>
    <p:extLst>
      <p:ext uri="{BB962C8B-B14F-4D97-AF65-F5344CB8AC3E}">
        <p14:creationId xmlns:p14="http://schemas.microsoft.com/office/powerpoint/2010/main" val="680219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5" name="Rectangle 24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ection-3">
            <a:extLst xmlns:a="http://schemas.openxmlformats.org/drawingml/2006/main">
              <a:ext uri="{FF2B5EF4-FFF2-40B4-BE49-F238E27FC236}">
                <a16:creationId xmlns:a16="http://schemas.microsoft.com/office/drawing/2014/main" id="{125B9A3B-7677-4FFF-8866-1E29B206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66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ESCOPO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462CC0D-E012-469C-98AE-5968C6C6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85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O suporte é homologado por operação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74B0AEE3-613D-43AD-BF47-10A795B0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86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3">
            <a:extLst xmlns:a="http://schemas.openxmlformats.org/drawingml/2006/main">
              <a:ext uri="{FF2B5EF4-FFF2-40B4-BE49-F238E27FC236}">
                <a16:creationId xmlns:a16="http://schemas.microsoft.com/office/drawing/2014/main" id="{BD9F8587-AB64-49CE-88B7-B8391313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181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5BD36225-867D-4259-A770-12370472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181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03</a:t>
            </a:r>
          </a:p>
        </p:txBody>
      </p:sp>
      <p:sp>
        <p:nvSpPr>
          <p:cNvPr id="6" name="scope-intro">
            <a:extLst xmlns:a="http://schemas.openxmlformats.org/drawingml/2006/main">
              <a:ext uri="{FF2B5EF4-FFF2-40B4-BE49-F238E27FC236}">
                <a16:creationId xmlns:a16="http://schemas.microsoft.com/office/drawing/2014/main" id="{1EE0348B-9814-4C8D-9EA4-D6AE3C68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098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26"/>
                </a:solidFill>
              </a:defRPr>
            </a:pPr>
            <a:r>
              <a:rPr sz="1875" b="1">
                <a:solidFill>
                  <a:srgbClr val="172126"/>
                </a:solidFill>
              </a:rPr>
              <a:t>Não é necessário instrumentar todo o sistema de uma vez. É necessário declarar com precisão o que está coberto.</a:t>
            </a:r>
          </a:p>
        </p:txBody>
      </p:sp>
      <p:sp>
        <p:nvSpPr>
          <p:cNvPr id="7" name="scope-axis">
            <a:extLst xmlns:a="http://schemas.openxmlformats.org/drawingml/2006/main">
              <a:ext uri="{FF2B5EF4-FFF2-40B4-BE49-F238E27FC236}">
                <a16:creationId xmlns:a16="http://schemas.microsoft.com/office/drawing/2014/main" id="{96A66548-B49E-4ACD-BEA1-BB95D87F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91000"/>
            <a:ext cx="857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8" name="scope-node-0">
            <a:extLst xmlns:a="http://schemas.openxmlformats.org/drawingml/2006/main">
              <a:ext uri="{FF2B5EF4-FFF2-40B4-BE49-F238E27FC236}">
                <a16:creationId xmlns:a16="http://schemas.microsoft.com/office/drawing/2014/main" id="{22A4E249-7776-4E23-917E-36B43D1C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9095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9" name="scope-node-title-0">
            <a:extLst xmlns:a="http://schemas.openxmlformats.org/drawingml/2006/main">
              <a:ext uri="{FF2B5EF4-FFF2-40B4-BE49-F238E27FC236}">
                <a16:creationId xmlns:a16="http://schemas.microsoft.com/office/drawing/2014/main" id="{D139E091-3FCF-4012-84B4-0A206249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862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6"/>
                </a:solidFill>
              </a:defRPr>
            </a:pPr>
            <a:r>
              <a:rPr sz="1575" b="1">
                <a:solidFill>
                  <a:srgbClr val="172126"/>
                </a:solidFill>
              </a:rPr>
              <a:t>Entrada</a:t>
            </a:r>
          </a:p>
        </p:txBody>
      </p:sp>
      <p:sp>
        <p:nvSpPr>
          <p:cNvPr id="10" name="scope-node-desc-0">
            <a:extLst xmlns:a="http://schemas.openxmlformats.org/drawingml/2006/main">
              <a:ext uri="{FF2B5EF4-FFF2-40B4-BE49-F238E27FC236}">
                <a16:creationId xmlns:a16="http://schemas.microsoft.com/office/drawing/2014/main" id="{76EE416C-482D-4DDF-8D27-2D82782A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91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77"/>
                </a:solidFill>
              </a:defRPr>
            </a:pPr>
            <a:r>
              <a:rPr sz="1125">
                <a:solidFill>
                  <a:srgbClr val="657177"/>
                </a:solidFill>
              </a:rPr>
              <a:t>API, tela, fila ou job</a:t>
            </a:r>
          </a:p>
        </p:txBody>
      </p:sp>
      <p:sp>
        <p:nvSpPr>
          <p:cNvPr id="11" name="scope-node-1">
            <a:extLst xmlns:a="http://schemas.openxmlformats.org/drawingml/2006/main">
              <a:ext uri="{FF2B5EF4-FFF2-40B4-BE49-F238E27FC236}">
                <a16:creationId xmlns:a16="http://schemas.microsoft.com/office/drawing/2014/main" id="{1F17AF88-2A3E-4E6B-9A63-5193709E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9095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2" name="scope-node-title-1">
            <a:extLst xmlns:a="http://schemas.openxmlformats.org/drawingml/2006/main">
              <a:ext uri="{FF2B5EF4-FFF2-40B4-BE49-F238E27FC236}">
                <a16:creationId xmlns:a16="http://schemas.microsoft.com/office/drawing/2014/main" id="{41135E60-1A45-4FE4-8AE5-68A696A2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862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6"/>
                </a:solidFill>
              </a:defRPr>
            </a:pPr>
            <a:r>
              <a:rPr sz="1575" b="1">
                <a:solidFill>
                  <a:srgbClr val="172126"/>
                </a:solidFill>
              </a:rPr>
              <a:t>Fluxo</a:t>
            </a:r>
          </a:p>
        </p:txBody>
      </p:sp>
      <p:sp>
        <p:nvSpPr>
          <p:cNvPr id="13" name="scope-node-desc-1">
            <a:extLst xmlns:a="http://schemas.openxmlformats.org/drawingml/2006/main">
              <a:ext uri="{FF2B5EF4-FFF2-40B4-BE49-F238E27FC236}">
                <a16:creationId xmlns:a16="http://schemas.microsoft.com/office/drawing/2014/main" id="{E5DD0A5A-B9CF-403E-AADD-B7FDFA20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77"/>
                </a:solidFill>
              </a:defRPr>
            </a:pPr>
            <a:r>
              <a:rPr sz="1125">
                <a:solidFill>
                  <a:srgbClr val="657177"/>
                </a:solidFill>
              </a:rPr>
              <a:t>etapas e dependências</a:t>
            </a:r>
          </a:p>
        </p:txBody>
      </p:sp>
      <p:sp>
        <p:nvSpPr>
          <p:cNvPr id="14" name="scope-node-2">
            <a:extLst xmlns:a="http://schemas.openxmlformats.org/drawingml/2006/main">
              <a:ext uri="{FF2B5EF4-FFF2-40B4-BE49-F238E27FC236}">
                <a16:creationId xmlns:a16="http://schemas.microsoft.com/office/drawing/2014/main" id="{A9FD29DA-8AD3-4B09-A730-12CEF735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9095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5" name="scope-node-title-2">
            <a:extLst xmlns:a="http://schemas.openxmlformats.org/drawingml/2006/main">
              <a:ext uri="{FF2B5EF4-FFF2-40B4-BE49-F238E27FC236}">
                <a16:creationId xmlns:a16="http://schemas.microsoft.com/office/drawing/2014/main" id="{A88B4F3D-1297-42AC-84C9-8A0C5A58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862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6"/>
                </a:solidFill>
              </a:defRPr>
            </a:pPr>
            <a:r>
              <a:rPr sz="1575" b="1">
                <a:solidFill>
                  <a:srgbClr val="172126"/>
                </a:solidFill>
              </a:rPr>
              <a:t>Resultado</a:t>
            </a:r>
          </a:p>
        </p:txBody>
      </p:sp>
      <p:sp>
        <p:nvSpPr>
          <p:cNvPr id="16" name="scope-node-desc-2">
            <a:extLst xmlns:a="http://schemas.openxmlformats.org/drawingml/2006/main">
              <a:ext uri="{FF2B5EF4-FFF2-40B4-BE49-F238E27FC236}">
                <a16:creationId xmlns:a16="http://schemas.microsoft.com/office/drawing/2014/main" id="{E2267F6F-19B0-48CB-A0A2-567D059E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91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77"/>
                </a:solidFill>
              </a:defRPr>
            </a:pPr>
            <a:r>
              <a:rPr sz="1125">
                <a:solidFill>
                  <a:srgbClr val="657177"/>
                </a:solidFill>
              </a:rPr>
              <a:t>técnico e de negócio</a:t>
            </a:r>
          </a:p>
        </p:txBody>
      </p:sp>
      <p:sp>
        <p:nvSpPr>
          <p:cNvPr id="17" name="scope-node-3">
            <a:extLst xmlns:a="http://schemas.openxmlformats.org/drawingml/2006/main">
              <a:ext uri="{FF2B5EF4-FFF2-40B4-BE49-F238E27FC236}">
                <a16:creationId xmlns:a16="http://schemas.microsoft.com/office/drawing/2014/main" id="{45259CD4-FE0C-40E5-A36E-7F805D83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9095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D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8" name="scope-node-title-3">
            <a:extLst xmlns:a="http://schemas.openxmlformats.org/drawingml/2006/main">
              <a:ext uri="{FF2B5EF4-FFF2-40B4-BE49-F238E27FC236}">
                <a16:creationId xmlns:a16="http://schemas.microsoft.com/office/drawing/2014/main" id="{4277696E-D0E0-4AEC-BFF5-174B811A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862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7A3E"/>
                </a:solidFill>
              </a:defRPr>
            </a:pPr>
            <a:r>
              <a:rPr sz="1575" b="1">
                <a:solidFill>
                  <a:srgbClr val="0B7A3E"/>
                </a:solidFill>
              </a:rPr>
              <a:t>Evidência</a:t>
            </a:r>
          </a:p>
        </p:txBody>
      </p:sp>
      <p:sp>
        <p:nvSpPr>
          <p:cNvPr id="19" name="scope-node-desc-3">
            <a:extLst xmlns:a="http://schemas.openxmlformats.org/drawingml/2006/main">
              <a:ext uri="{FF2B5EF4-FFF2-40B4-BE49-F238E27FC236}">
                <a16:creationId xmlns:a16="http://schemas.microsoft.com/office/drawing/2014/main" id="{3E86DA10-955C-44EB-9E85-F3F71276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191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77"/>
                </a:solidFill>
              </a:defRPr>
            </a:pPr>
            <a:r>
              <a:rPr sz="1125">
                <a:solidFill>
                  <a:srgbClr val="657177"/>
                </a:solidFill>
              </a:rPr>
              <a:t>versão, erro e fonte</a:t>
            </a:r>
          </a:p>
        </p:txBody>
      </p:sp>
      <p:sp>
        <p:nvSpPr>
          <p:cNvPr id="20" name="scope-footer-claim">
            <a:extLst xmlns:a="http://schemas.openxmlformats.org/drawingml/2006/main">
              <a:ext uri="{FF2B5EF4-FFF2-40B4-BE49-F238E27FC236}">
                <a16:creationId xmlns:a16="http://schemas.microsoft.com/office/drawing/2014/main" id="{EF4A9ABF-20B7-46BF-85AE-EDC53C04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245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6BCE"/>
                </a:solidFill>
              </a:defRPr>
            </a:pPr>
            <a:r>
              <a:rPr sz="1950" b="1">
                <a:solidFill>
                  <a:srgbClr val="246BCE"/>
                </a:solidFill>
              </a:rPr>
              <a:t>Operações excluídas aparecem explicitamente no termo de homologação.</a:t>
            </a:r>
          </a:p>
        </p:txBody>
      </p:sp>
    </p:spTree>
    <p:extLst>
      <p:ext uri="{BB962C8B-B14F-4D97-AF65-F5344CB8AC3E}">
        <p14:creationId xmlns:p14="http://schemas.microsoft.com/office/powerpoint/2010/main" val="672117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2" name="Rectangle 3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ection-4">
            <a:extLst xmlns:a="http://schemas.openxmlformats.org/drawingml/2006/main">
              <a:ext uri="{FF2B5EF4-FFF2-40B4-BE49-F238E27FC236}">
                <a16:creationId xmlns:a16="http://schemas.microsoft.com/office/drawing/2014/main" id="{DEDE067C-95EB-42B1-81EC-1C0FE623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66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CRITÉRIO DE ENTRADA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761BB621-CB7B-4279-9F1B-FEFA1081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85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Sete gates tornam o sistema suportável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9C361835-83F1-4B8E-8A4E-0BDB2B33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86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4">
            <a:extLst xmlns:a="http://schemas.openxmlformats.org/drawingml/2006/main">
              <a:ext uri="{FF2B5EF4-FFF2-40B4-BE49-F238E27FC236}">
                <a16:creationId xmlns:a16="http://schemas.microsoft.com/office/drawing/2014/main" id="{6ADCAD53-0533-40F5-AC8F-7DA1105D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181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8C328908-19EB-403A-8249-F34521A8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181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04</a:t>
            </a:r>
          </a:p>
        </p:txBody>
      </p:sp>
      <p:sp>
        <p:nvSpPr>
          <p:cNvPr id="6" name="gate-G1">
            <a:extLst xmlns:a="http://schemas.openxmlformats.org/drawingml/2006/main">
              <a:ext uri="{FF2B5EF4-FFF2-40B4-BE49-F238E27FC236}">
                <a16:creationId xmlns:a16="http://schemas.microsoft.com/office/drawing/2014/main" id="{0C839EE1-3B6F-4B8E-9AF1-FAFDBF99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43250"/>
            <a:ext cx="1409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7" name="gate-code-G1">
            <a:extLst xmlns:a="http://schemas.openxmlformats.org/drawingml/2006/main">
              <a:ext uri="{FF2B5EF4-FFF2-40B4-BE49-F238E27FC236}">
                <a16:creationId xmlns:a16="http://schemas.microsoft.com/office/drawing/2014/main" id="{6ED76786-E3B7-4421-9DC0-C56E4EFA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909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7A3E"/>
                </a:solidFill>
              </a:defRPr>
            </a:pPr>
            <a:r>
              <a:rPr sz="2700" b="1">
                <a:solidFill>
                  <a:srgbClr val="0B7A3E"/>
                </a:solidFill>
              </a:rPr>
              <a:t>G1</a:t>
            </a:r>
          </a:p>
        </p:txBody>
      </p:sp>
      <p:sp>
        <p:nvSpPr>
          <p:cNvPr id="8" name="gate-label-G1">
            <a:extLst xmlns:a="http://schemas.openxmlformats.org/drawingml/2006/main">
              <a:ext uri="{FF2B5EF4-FFF2-40B4-BE49-F238E27FC236}">
                <a16:creationId xmlns:a16="http://schemas.microsoft.com/office/drawing/2014/main" id="{E12723D9-FDD3-4511-A52C-67C457E4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Governança</a:t>
            </a:r>
          </a:p>
        </p:txBody>
      </p:sp>
      <p:sp>
        <p:nvSpPr>
          <p:cNvPr id="9" name="gate-G2">
            <a:extLst xmlns:a="http://schemas.openxmlformats.org/drawingml/2006/main">
              <a:ext uri="{FF2B5EF4-FFF2-40B4-BE49-F238E27FC236}">
                <a16:creationId xmlns:a16="http://schemas.microsoft.com/office/drawing/2014/main" id="{6FC6F918-7C89-4D6E-BFF8-EBF3E808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43250"/>
            <a:ext cx="1409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0" name="gate-code-G2">
            <a:extLst xmlns:a="http://schemas.openxmlformats.org/drawingml/2006/main">
              <a:ext uri="{FF2B5EF4-FFF2-40B4-BE49-F238E27FC236}">
                <a16:creationId xmlns:a16="http://schemas.microsoft.com/office/drawing/2014/main" id="{52D6D690-2350-4B63-956B-97D8B94A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909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7A3E"/>
                </a:solidFill>
              </a:defRPr>
            </a:pPr>
            <a:r>
              <a:rPr sz="2700" b="1">
                <a:solidFill>
                  <a:srgbClr val="0B7A3E"/>
                </a:solidFill>
              </a:rPr>
              <a:t>G2</a:t>
            </a:r>
          </a:p>
        </p:txBody>
      </p:sp>
      <p:sp>
        <p:nvSpPr>
          <p:cNvPr id="11" name="gate-label-G2">
            <a:extLst xmlns:a="http://schemas.openxmlformats.org/drawingml/2006/main">
              <a:ext uri="{FF2B5EF4-FFF2-40B4-BE49-F238E27FC236}">
                <a16:creationId xmlns:a16="http://schemas.microsoft.com/office/drawing/2014/main" id="{DD94CD58-271B-4254-89A0-D45C04D0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529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Fonte e versão</a:t>
            </a:r>
          </a:p>
        </p:txBody>
      </p:sp>
      <p:sp>
        <p:nvSpPr>
          <p:cNvPr id="12" name="gate-G3">
            <a:extLst xmlns:a="http://schemas.openxmlformats.org/drawingml/2006/main">
              <a:ext uri="{FF2B5EF4-FFF2-40B4-BE49-F238E27FC236}">
                <a16:creationId xmlns:a16="http://schemas.microsoft.com/office/drawing/2014/main" id="{DBF715D0-9B84-4F48-9508-EFC91A9B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43250"/>
            <a:ext cx="1409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3" name="gate-code-G3">
            <a:extLst xmlns:a="http://schemas.openxmlformats.org/drawingml/2006/main">
              <a:ext uri="{FF2B5EF4-FFF2-40B4-BE49-F238E27FC236}">
                <a16:creationId xmlns:a16="http://schemas.microsoft.com/office/drawing/2014/main" id="{660D45E4-A546-4E02-8AAC-F9605AB4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909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7A3E"/>
                </a:solidFill>
              </a:defRPr>
            </a:pPr>
            <a:r>
              <a:rPr sz="2700" b="1">
                <a:solidFill>
                  <a:srgbClr val="0B7A3E"/>
                </a:solidFill>
              </a:rPr>
              <a:t>G3</a:t>
            </a:r>
          </a:p>
        </p:txBody>
      </p:sp>
      <p:sp>
        <p:nvSpPr>
          <p:cNvPr id="14" name="gate-label-G3">
            <a:extLst xmlns:a="http://schemas.openxmlformats.org/drawingml/2006/main">
              <a:ext uri="{FF2B5EF4-FFF2-40B4-BE49-F238E27FC236}">
                <a16:creationId xmlns:a16="http://schemas.microsoft.com/office/drawing/2014/main" id="{A8F66355-857F-4696-9C24-B0433610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529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Identidade</a:t>
            </a:r>
          </a:p>
        </p:txBody>
      </p:sp>
      <p:sp>
        <p:nvSpPr>
          <p:cNvPr id="15" name="gate-G4">
            <a:extLst xmlns:a="http://schemas.openxmlformats.org/drawingml/2006/main">
              <a:ext uri="{FF2B5EF4-FFF2-40B4-BE49-F238E27FC236}">
                <a16:creationId xmlns:a16="http://schemas.microsoft.com/office/drawing/2014/main" id="{1404C148-B1F6-413B-A184-EDD0CEEF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1409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6" name="gate-code-G4">
            <a:extLst xmlns:a="http://schemas.openxmlformats.org/drawingml/2006/main">
              <a:ext uri="{FF2B5EF4-FFF2-40B4-BE49-F238E27FC236}">
                <a16:creationId xmlns:a16="http://schemas.microsoft.com/office/drawing/2014/main" id="{31FD6674-E5FB-4BA5-8E5A-9C3A7700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909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7A3E"/>
                </a:solidFill>
              </a:defRPr>
            </a:pPr>
            <a:r>
              <a:rPr sz="2700" b="1">
                <a:solidFill>
                  <a:srgbClr val="0B7A3E"/>
                </a:solidFill>
              </a:rPr>
              <a:t>G4</a:t>
            </a:r>
          </a:p>
        </p:txBody>
      </p:sp>
      <p:sp>
        <p:nvSpPr>
          <p:cNvPr id="17" name="gate-label-G4">
            <a:extLst xmlns:a="http://schemas.openxmlformats.org/drawingml/2006/main">
              <a:ext uri="{FF2B5EF4-FFF2-40B4-BE49-F238E27FC236}">
                <a16:creationId xmlns:a16="http://schemas.microsoft.com/office/drawing/2014/main" id="{1C31E745-586F-43C3-8403-892E375C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529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Evidência</a:t>
            </a:r>
          </a:p>
        </p:txBody>
      </p:sp>
      <p:sp>
        <p:nvSpPr>
          <p:cNvPr id="18" name="gate-G5">
            <a:extLst xmlns:a="http://schemas.openxmlformats.org/drawingml/2006/main">
              <a:ext uri="{FF2B5EF4-FFF2-40B4-BE49-F238E27FC236}">
                <a16:creationId xmlns:a16="http://schemas.microsoft.com/office/drawing/2014/main" id="{CF1EAF90-E59A-4E9A-90C0-3663ADBA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43250"/>
            <a:ext cx="1409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9" name="gate-code-G5">
            <a:extLst xmlns:a="http://schemas.openxmlformats.org/drawingml/2006/main">
              <a:ext uri="{FF2B5EF4-FFF2-40B4-BE49-F238E27FC236}">
                <a16:creationId xmlns:a16="http://schemas.microsoft.com/office/drawing/2014/main" id="{0E62B44D-DC7D-447A-A600-8669FF29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909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7A3E"/>
                </a:solidFill>
              </a:defRPr>
            </a:pPr>
            <a:r>
              <a:rPr sz="2700" b="1">
                <a:solidFill>
                  <a:srgbClr val="0B7A3E"/>
                </a:solidFill>
              </a:rPr>
              <a:t>G5</a:t>
            </a:r>
          </a:p>
        </p:txBody>
      </p:sp>
      <p:sp>
        <p:nvSpPr>
          <p:cNvPr id="20" name="gate-label-G5">
            <a:extLst xmlns:a="http://schemas.openxmlformats.org/drawingml/2006/main">
              <a:ext uri="{FF2B5EF4-FFF2-40B4-BE49-F238E27FC236}">
                <a16:creationId xmlns:a16="http://schemas.microsoft.com/office/drawing/2014/main" id="{DA222192-2193-4B60-8190-EED92C6E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529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Consulta</a:t>
            </a:r>
          </a:p>
        </p:txBody>
      </p:sp>
      <p:sp>
        <p:nvSpPr>
          <p:cNvPr id="21" name="gate-G6">
            <a:extLst xmlns:a="http://schemas.openxmlformats.org/drawingml/2006/main">
              <a:ext uri="{FF2B5EF4-FFF2-40B4-BE49-F238E27FC236}">
                <a16:creationId xmlns:a16="http://schemas.microsoft.com/office/drawing/2014/main" id="{16FD2B7A-56C2-4FC3-8A60-0FB31060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43250"/>
            <a:ext cx="1409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22" name="gate-code-G6">
            <a:extLst xmlns:a="http://schemas.openxmlformats.org/drawingml/2006/main">
              <a:ext uri="{FF2B5EF4-FFF2-40B4-BE49-F238E27FC236}">
                <a16:creationId xmlns:a16="http://schemas.microsoft.com/office/drawing/2014/main" id="{913833D4-5142-40CE-AD35-1B6ED2CC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909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7A3E"/>
                </a:solidFill>
              </a:defRPr>
            </a:pPr>
            <a:r>
              <a:rPr sz="2700" b="1">
                <a:solidFill>
                  <a:srgbClr val="0B7A3E"/>
                </a:solidFill>
              </a:rPr>
              <a:t>G6</a:t>
            </a:r>
          </a:p>
        </p:txBody>
      </p:sp>
      <p:sp>
        <p:nvSpPr>
          <p:cNvPr id="23" name="gate-label-G6">
            <a:extLst xmlns:a="http://schemas.openxmlformats.org/drawingml/2006/main">
              <a:ext uri="{FF2B5EF4-FFF2-40B4-BE49-F238E27FC236}">
                <a16:creationId xmlns:a16="http://schemas.microsoft.com/office/drawing/2014/main" id="{31592BF7-5E7E-42D9-90CA-92BE05FF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529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Diagnóstico</a:t>
            </a:r>
          </a:p>
        </p:txBody>
      </p:sp>
      <p:sp>
        <p:nvSpPr>
          <p:cNvPr id="24" name="gate-G7">
            <a:extLst xmlns:a="http://schemas.openxmlformats.org/drawingml/2006/main">
              <a:ext uri="{FF2B5EF4-FFF2-40B4-BE49-F238E27FC236}">
                <a16:creationId xmlns:a16="http://schemas.microsoft.com/office/drawing/2014/main" id="{E721C715-D770-48D0-A1A5-A286253E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143250"/>
            <a:ext cx="1409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25" name="gate-code-G7">
            <a:extLst xmlns:a="http://schemas.openxmlformats.org/drawingml/2006/main">
              <a:ext uri="{FF2B5EF4-FFF2-40B4-BE49-F238E27FC236}">
                <a16:creationId xmlns:a16="http://schemas.microsoft.com/office/drawing/2014/main" id="{C38BB2D0-638B-478E-AFC4-A2B2C5E4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909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G7</a:t>
            </a:r>
          </a:p>
        </p:txBody>
      </p:sp>
      <p:sp>
        <p:nvSpPr>
          <p:cNvPr id="26" name="gate-label-G7">
            <a:extLst xmlns:a="http://schemas.openxmlformats.org/drawingml/2006/main">
              <a:ext uri="{FF2B5EF4-FFF2-40B4-BE49-F238E27FC236}">
                <a16:creationId xmlns:a16="http://schemas.microsoft.com/office/drawing/2014/main" id="{349361B2-11A9-4E03-810F-507FB15F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1529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Demonstração</a:t>
            </a:r>
          </a:p>
        </p:txBody>
      </p:sp>
      <p:sp>
        <p:nvSpPr>
          <p:cNvPr id="27" name="gates-claim">
            <a:extLst xmlns:a="http://schemas.openxmlformats.org/drawingml/2006/main">
              <a:ext uri="{FF2B5EF4-FFF2-40B4-BE49-F238E27FC236}">
                <a16:creationId xmlns:a16="http://schemas.microsoft.com/office/drawing/2014/main" id="{49BEA638-2FF8-44B1-A3B8-08D8CE4B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150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6"/>
                </a:solidFill>
              </a:defRPr>
            </a:pPr>
            <a:r>
              <a:rPr sz="1800" b="1">
                <a:solidFill>
                  <a:srgbClr val="172126"/>
                </a:solidFill>
              </a:rPr>
              <a:t>Todos precisam de evidência executada. Ferramenta instalada, sozinha, não comprova conformidade.</a:t>
            </a:r>
          </a:p>
        </p:txBody>
      </p:sp>
    </p:spTree>
    <p:extLst>
      <p:ext uri="{BB962C8B-B14F-4D97-AF65-F5344CB8AC3E}">
        <p14:creationId xmlns:p14="http://schemas.microsoft.com/office/powerpoint/2010/main" val="949907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6" name="Rectangle 1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ection-5">
            <a:extLst xmlns:a="http://schemas.openxmlformats.org/drawingml/2006/main">
              <a:ext uri="{FF2B5EF4-FFF2-40B4-BE49-F238E27FC236}">
                <a16:creationId xmlns:a16="http://schemas.microsoft.com/office/drawing/2014/main" id="{C3412305-9904-46E1-B246-58F9F559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66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G1 + G2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19E8CEF-29D8-422D-82E9-ED63B32B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85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Sem fonte confirmada, não há diagnóstico confiável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9AC8EDFA-18F9-4033-87AA-5018C78A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86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5">
            <a:extLst xmlns:a="http://schemas.openxmlformats.org/drawingml/2006/main">
              <a:ext uri="{FF2B5EF4-FFF2-40B4-BE49-F238E27FC236}">
                <a16:creationId xmlns:a16="http://schemas.microsoft.com/office/drawing/2014/main" id="{8127A059-5F75-487B-BBC6-8FCF2814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181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431A5E66-2950-449E-81D9-C39C639F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181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05</a:t>
            </a:r>
          </a:p>
        </p:txBody>
      </p:sp>
      <p:sp>
        <p:nvSpPr>
          <p:cNvPr id="6" name="g12-left">
            <a:extLst xmlns:a="http://schemas.openxmlformats.org/drawingml/2006/main">
              <a:ext uri="{FF2B5EF4-FFF2-40B4-BE49-F238E27FC236}">
                <a16:creationId xmlns:a16="http://schemas.microsoft.com/office/drawing/2014/main" id="{883699BF-03C0-4B78-9A18-8A76395B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14625"/>
            <a:ext cx="47625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7" name="g12-left-title">
            <a:extLst xmlns:a="http://schemas.openxmlformats.org/drawingml/2006/main">
              <a:ext uri="{FF2B5EF4-FFF2-40B4-BE49-F238E27FC236}">
                <a16:creationId xmlns:a16="http://schemas.microsoft.com/office/drawing/2014/main" id="{1B4137E3-0893-4CA2-A32A-3DB8465D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718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7A3E"/>
                </a:solidFill>
              </a:defRPr>
            </a:pPr>
            <a:r>
              <a:rPr sz="1950" b="1">
                <a:solidFill>
                  <a:srgbClr val="0B7A3E"/>
                </a:solidFill>
              </a:rPr>
              <a:t>G1  Governança</a:t>
            </a:r>
          </a:p>
        </p:txBody>
      </p:sp>
      <p:sp>
        <p:nvSpPr>
          <p:cNvPr id="8" name="g12-left-body">
            <a:extLst xmlns:a="http://schemas.openxmlformats.org/drawingml/2006/main">
              <a:ext uri="{FF2B5EF4-FFF2-40B4-BE49-F238E27FC236}">
                <a16:creationId xmlns:a16="http://schemas.microsoft.com/office/drawing/2014/main" id="{A2C5A60A-3190-43A5-9E63-888858A6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19500"/>
            <a:ext cx="3905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escopo por operação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responsáveis identificados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acessos e restrições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runbook inicial</a:t>
            </a:r>
          </a:p>
        </p:txBody>
      </p:sp>
      <p:sp>
        <p:nvSpPr>
          <p:cNvPr id="9" name="g12-right">
            <a:extLst xmlns:a="http://schemas.openxmlformats.org/drawingml/2006/main">
              <a:ext uri="{FF2B5EF4-FFF2-40B4-BE49-F238E27FC236}">
                <a16:creationId xmlns:a16="http://schemas.microsoft.com/office/drawing/2014/main" id="{CA97AD8D-252D-42A9-870B-997E2339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14625"/>
            <a:ext cx="54864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D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0" name="g12-right-title">
            <a:extLst xmlns:a="http://schemas.openxmlformats.org/drawingml/2006/main">
              <a:ext uri="{FF2B5EF4-FFF2-40B4-BE49-F238E27FC236}">
                <a16:creationId xmlns:a16="http://schemas.microsoft.com/office/drawing/2014/main" id="{26208442-6977-40E8-AE22-0DB3A165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7180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7A3E"/>
                </a:solidFill>
              </a:defRPr>
            </a:pPr>
            <a:r>
              <a:rPr sz="1950" b="1">
                <a:solidFill>
                  <a:srgbClr val="0B7A3E"/>
                </a:solidFill>
              </a:rPr>
              <a:t>G2  Fonte e versão</a:t>
            </a:r>
          </a:p>
        </p:txBody>
      </p:sp>
      <p:sp>
        <p:nvSpPr>
          <p:cNvPr id="11" name="g12-right-body">
            <a:extLst xmlns:a="http://schemas.openxmlformats.org/drawingml/2006/main">
              <a:ext uri="{FF2B5EF4-FFF2-40B4-BE49-F238E27FC236}">
                <a16:creationId xmlns:a16="http://schemas.microsoft.com/office/drawing/2014/main" id="{E93F815E-31EC-4A68-B6CE-B48D48CD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43300"/>
            <a:ext cx="4667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repositório e build documentados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commit ou build confirmado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snapshot indexado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mesma versão exposta no runtime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working tree nunca representa produção</a:t>
            </a:r>
          </a:p>
        </p:txBody>
      </p:sp>
    </p:spTree>
    <p:extLst>
      <p:ext uri="{BB962C8B-B14F-4D97-AF65-F5344CB8AC3E}">
        <p14:creationId xmlns:p14="http://schemas.microsoft.com/office/powerpoint/2010/main" val="2058609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5" name="Rectangle 14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ection-6">
            <a:extLst xmlns:a="http://schemas.openxmlformats.org/drawingml/2006/main">
              <a:ext uri="{FF2B5EF4-FFF2-40B4-BE49-F238E27FC236}">
                <a16:creationId xmlns:a16="http://schemas.microsoft.com/office/drawing/2014/main" id="{3AB1B49E-2670-49BC-A39A-E1D5545D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66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G3 + G4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EF33723-2BE2-4408-85A1-0EAFDDF3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85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Cada execução precisa contar sua própria história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7E05654C-030D-42A8-9B81-E2D201DA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86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6">
            <a:extLst xmlns:a="http://schemas.openxmlformats.org/drawingml/2006/main">
              <a:ext uri="{FF2B5EF4-FFF2-40B4-BE49-F238E27FC236}">
                <a16:creationId xmlns:a16="http://schemas.microsoft.com/office/drawing/2014/main" id="{EE5755A4-356C-49AB-8F3E-31BB8EBE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181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C18888FA-BA50-4821-AB66-2DA118C6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181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06</a:t>
            </a:r>
          </a:p>
        </p:txBody>
      </p:sp>
      <p:sp>
        <p:nvSpPr>
          <p:cNvPr id="6" name="g34-identities">
            <a:extLst xmlns:a="http://schemas.openxmlformats.org/drawingml/2006/main">
              <a:ext uri="{FF2B5EF4-FFF2-40B4-BE49-F238E27FC236}">
                <a16:creationId xmlns:a16="http://schemas.microsoft.com/office/drawing/2014/main" id="{9A61B3EB-01AB-461B-B558-AAF40D7A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14650"/>
            <a:ext cx="304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7A3E"/>
                </a:solidFill>
              </a:defRPr>
            </a:pPr>
            <a:r>
              <a:rPr sz="2250" b="1">
                <a:solidFill>
                  <a:srgbClr val="0B7A3E"/>
                </a:solidFill>
              </a:rPr>
              <a:t>RootOperationId</a:t>
            </a:r>
          </a:p>
          <a:p xmlns:a="http://schemas.openxmlformats.org/drawingml/2006/main">
            <a:pPr algn="ctr">
              <a:defRPr sz="2250" b="1">
                <a:solidFill>
                  <a:srgbClr val="0B7A3E"/>
                </a:solidFill>
              </a:defRPr>
            </a:pPr>
            <a:r>
              <a:rPr sz="2250" b="1">
                <a:solidFill>
                  <a:srgbClr val="0B7A3E"/>
                </a:solidFill>
              </a:rPr>
              <a:t>OperationId</a:t>
            </a:r>
          </a:p>
          <a:p xmlns:a="http://schemas.openxmlformats.org/drawingml/2006/main">
            <a:pPr algn="ctr">
              <a:defRPr sz="2250" b="1">
                <a:solidFill>
                  <a:srgbClr val="0B7A3E"/>
                </a:solidFill>
              </a:defRPr>
            </a:pPr>
            <a:r>
              <a:rPr sz="2250" b="1">
                <a:solidFill>
                  <a:srgbClr val="0B7A3E"/>
                </a:solidFill>
              </a:rPr>
              <a:t>ExecutionId</a:t>
            </a:r>
          </a:p>
          <a:p xmlns:a="http://schemas.openxmlformats.org/drawingml/2006/main">
            <a:pPr algn="ctr">
              <a:defRPr sz="2250" b="1">
                <a:solidFill>
                  <a:srgbClr val="0B7A3E"/>
                </a:solidFill>
              </a:defRPr>
            </a:pPr>
            <a:r>
              <a:rPr sz="2250" b="1">
                <a:solidFill>
                  <a:srgbClr val="0B7A3E"/>
                </a:solidFill>
              </a:rPr>
              <a:t>CausationId</a:t>
            </a:r>
          </a:p>
        </p:txBody>
      </p:sp>
      <p:sp>
        <p:nvSpPr>
          <p:cNvPr id="7" name="g34-separator">
            <a:extLst xmlns:a="http://schemas.openxmlformats.org/drawingml/2006/main">
              <a:ext uri="{FF2B5EF4-FFF2-40B4-BE49-F238E27FC236}">
                <a16:creationId xmlns:a16="http://schemas.microsoft.com/office/drawing/2014/main" id="{E35CD728-ED68-422E-8244-E0FC8044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5750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8" name="g34-body-title">
            <a:extLst xmlns:a="http://schemas.openxmlformats.org/drawingml/2006/main">
              <a:ext uri="{FF2B5EF4-FFF2-40B4-BE49-F238E27FC236}">
                <a16:creationId xmlns:a16="http://schemas.microsoft.com/office/drawing/2014/main" id="{B1E46CD3-F6CA-4FAE-B76E-D9F95C92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6"/>
                </a:solidFill>
              </a:defRPr>
            </a:pPr>
            <a:r>
              <a:rPr sz="2025" b="1">
                <a:solidFill>
                  <a:srgbClr val="172126"/>
                </a:solidFill>
              </a:rPr>
              <a:t>G4 transforma IDs em evidência útil</a:t>
            </a:r>
          </a:p>
        </p:txBody>
      </p:sp>
      <p:sp>
        <p:nvSpPr>
          <p:cNvPr id="9" name="g34-body">
            <a:extLst xmlns:a="http://schemas.openxmlformats.org/drawingml/2006/main">
              <a:ext uri="{FF2B5EF4-FFF2-40B4-BE49-F238E27FC236}">
                <a16:creationId xmlns:a16="http://schemas.microsoft.com/office/drawing/2014/main" id="{DE3DDCD5-AF8B-4F3B-8A78-1D845403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195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D0 em todas as operações cobertas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D1 nos fluxos prioritários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resultado técnico separado do resultado de negócio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erro com componente, versão e stack quando possível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dados classificados antes da captura</a:t>
            </a:r>
          </a:p>
        </p:txBody>
      </p:sp>
      <p:sp>
        <p:nvSpPr>
          <p:cNvPr id="10" name="g34-note">
            <a:extLst xmlns:a="http://schemas.openxmlformats.org/drawingml/2006/main">
              <a:ext uri="{FF2B5EF4-FFF2-40B4-BE49-F238E27FC236}">
                <a16:creationId xmlns:a16="http://schemas.microsoft.com/office/drawing/2014/main" id="{1D430ED0-D57F-4702-BBAD-25A3AE33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72150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6BCE"/>
                </a:solidFill>
              </a:defRPr>
            </a:pPr>
            <a:r>
              <a:rPr sz="1725" b="1">
                <a:solidFill>
                  <a:srgbClr val="246BCE"/>
                </a:solidFill>
              </a:rPr>
              <a:t>Os IDs são sempre produzidos. A profundidade pode ser seletiva.</a:t>
            </a:r>
          </a:p>
        </p:txBody>
      </p:sp>
    </p:spTree>
    <p:extLst>
      <p:ext uri="{BB962C8B-B14F-4D97-AF65-F5344CB8AC3E}">
        <p14:creationId xmlns:p14="http://schemas.microsoft.com/office/powerpoint/2010/main" val="21266261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ection-7">
            <a:extLst xmlns:a="http://schemas.openxmlformats.org/drawingml/2006/main">
              <a:ext uri="{FF2B5EF4-FFF2-40B4-BE49-F238E27FC236}">
                <a16:creationId xmlns:a16="http://schemas.microsoft.com/office/drawing/2014/main" id="{9B2F079B-D824-4754-B2D0-9B1DCA44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66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G5 + G6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EF8D7CE-7818-47E0-BB45-2E378FB0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85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Diagnóstico profundo deve ser direcionado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4B314F6B-A579-409C-9338-DB4744B4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86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7">
            <a:extLst xmlns:a="http://schemas.openxmlformats.org/drawingml/2006/main">
              <a:ext uri="{FF2B5EF4-FFF2-40B4-BE49-F238E27FC236}">
                <a16:creationId xmlns:a16="http://schemas.microsoft.com/office/drawing/2014/main" id="{2ED6C386-8720-4699-B668-35BB0789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181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AFF7DBC6-AD18-450A-8132-174B22D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181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07</a:t>
            </a:r>
          </a:p>
        </p:txBody>
      </p:sp>
      <p:sp>
        <p:nvSpPr>
          <p:cNvPr id="6" name="g56-baseline">
            <a:extLst xmlns:a="http://schemas.openxmlformats.org/drawingml/2006/main">
              <a:ext uri="{FF2B5EF4-FFF2-40B4-BE49-F238E27FC236}">
                <a16:creationId xmlns:a16="http://schemas.microsoft.com/office/drawing/2014/main" id="{72C00101-ABB8-4BEE-85EE-D0D8F1EB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7334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7" name="g56-baseline-title">
            <a:extLst xmlns:a="http://schemas.openxmlformats.org/drawingml/2006/main">
              <a:ext uri="{FF2B5EF4-FFF2-40B4-BE49-F238E27FC236}">
                <a16:creationId xmlns:a16="http://schemas.microsoft.com/office/drawing/2014/main" id="{19F3DF28-06EA-4421-A7A3-6DCB0E86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71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6"/>
                </a:solidFill>
              </a:defRPr>
            </a:pPr>
            <a:r>
              <a:rPr sz="1650" b="1">
                <a:solidFill>
                  <a:srgbClr val="172126"/>
                </a:solidFill>
              </a:rPr>
              <a:t>BASELINE  D0 / D1</a:t>
            </a:r>
          </a:p>
        </p:txBody>
      </p:sp>
      <p:sp>
        <p:nvSpPr>
          <p:cNvPr id="8" name="g56-baseline-body">
            <a:extLst xmlns:a="http://schemas.openxmlformats.org/drawingml/2006/main">
              <a:ext uri="{FF2B5EF4-FFF2-40B4-BE49-F238E27FC236}">
                <a16:creationId xmlns:a16="http://schemas.microsoft.com/office/drawing/2014/main" id="{E94AE477-BBB4-4206-975A-D806D443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432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177"/>
                </a:solidFill>
              </a:defRPr>
            </a:pPr>
            <a:r>
              <a:rPr sz="1500">
                <a:solidFill>
                  <a:srgbClr val="657177"/>
                </a:solidFill>
              </a:rPr>
              <a:t>Todos os fluxos cobertos permanecem consultáveis por OperationId.</a:t>
            </a:r>
          </a:p>
        </p:txBody>
      </p:sp>
      <p:sp>
        <p:nvSpPr>
          <p:cNvPr id="9" name="g56-target">
            <a:extLst xmlns:a="http://schemas.openxmlformats.org/drawingml/2006/main">
              <a:ext uri="{FF2B5EF4-FFF2-40B4-BE49-F238E27FC236}">
                <a16:creationId xmlns:a16="http://schemas.microsoft.com/office/drawing/2014/main" id="{081173ED-5CA5-4592-BC9E-6F35201A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9810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D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0" name="g56-target-title">
            <a:extLst xmlns:a="http://schemas.openxmlformats.org/drawingml/2006/main">
              <a:ext uri="{FF2B5EF4-FFF2-40B4-BE49-F238E27FC236}">
                <a16:creationId xmlns:a16="http://schemas.microsoft.com/office/drawing/2014/main" id="{EE932AF7-81C7-42C5-802B-1E5B28F0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00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7A3E"/>
                </a:solidFill>
              </a:defRPr>
            </a:pPr>
            <a:r>
              <a:rPr sz="1650" b="1">
                <a:solidFill>
                  <a:srgbClr val="0B7A3E"/>
                </a:solidFill>
              </a:rPr>
              <a:t>D2 DIRECIONADO</a:t>
            </a:r>
          </a:p>
        </p:txBody>
      </p:sp>
      <p:sp>
        <p:nvSpPr>
          <p:cNvPr id="11" name="g56-target-body">
            <a:extLst xmlns:a="http://schemas.openxmlformats.org/drawingml/2006/main">
              <a:ext uri="{FF2B5EF4-FFF2-40B4-BE49-F238E27FC236}">
                <a16:creationId xmlns:a16="http://schemas.microsoft.com/office/drawing/2014/main" id="{16AA0A85-7B08-4B71-9D32-72CAC49F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67200"/>
            <a:ext cx="647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6"/>
                </a:solidFill>
              </a:defRPr>
            </a:pPr>
            <a:r>
              <a:rPr sz="1500">
                <a:solidFill>
                  <a:srgbClr val="172126"/>
                </a:solidFill>
              </a:rPr>
              <a:t>Ativado por operação, registro, usuário técnico ou correlation ID. Sempre com prazo, limite de volume, campos autorizados e auditoria.</a:t>
            </a:r>
          </a:p>
        </p:txBody>
      </p:sp>
      <p:sp>
        <p:nvSpPr>
          <p:cNvPr id="12" name="g56-not-global">
            <a:extLst xmlns:a="http://schemas.openxmlformats.org/drawingml/2006/main">
              <a:ext uri="{FF2B5EF4-FFF2-40B4-BE49-F238E27FC236}">
                <a16:creationId xmlns:a16="http://schemas.microsoft.com/office/drawing/2014/main" id="{3DC5346C-527F-4A44-963C-4BC34844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981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33232"/>
                </a:solidFill>
              </a:defRPr>
            </a:pPr>
            <a:r>
              <a:rPr sz="1875" b="1">
                <a:solidFill>
                  <a:srgbClr val="B33232"/>
                </a:solidFill>
              </a:rPr>
              <a:t>Debug global e permanente aumenta custo, risco e ruído. Não é o objetivo.</a:t>
            </a:r>
          </a:p>
        </p:txBody>
      </p:sp>
    </p:spTree>
    <p:extLst>
      <p:ext uri="{BB962C8B-B14F-4D97-AF65-F5344CB8AC3E}">
        <p14:creationId xmlns:p14="http://schemas.microsoft.com/office/powerpoint/2010/main" val="12607755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ection-8">
            <a:extLst xmlns:a="http://schemas.openxmlformats.org/drawingml/2006/main">
              <a:ext uri="{FF2B5EF4-FFF2-40B4-BE49-F238E27FC236}">
                <a16:creationId xmlns:a16="http://schemas.microsoft.com/office/drawing/2014/main" id="{B3DEBBB8-3080-462F-A3DC-559B5D48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66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G7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FB9F7BD-37C0-4543-93D8-24EAB51A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85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O fabricante demonstra, o suporte verifica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551BE920-C5CC-4B9F-8AF8-C7C45999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86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8">
            <a:extLst xmlns:a="http://schemas.openxmlformats.org/drawingml/2006/main">
              <a:ext uri="{FF2B5EF4-FFF2-40B4-BE49-F238E27FC236}">
                <a16:creationId xmlns:a16="http://schemas.microsoft.com/office/drawing/2014/main" id="{798E0219-3580-4A7D-8932-7B6B3768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181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3FE5474C-8614-4DC0-B9E9-DA5789C3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181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08</a:t>
            </a:r>
          </a:p>
        </p:txBody>
      </p:sp>
      <p:sp>
        <p:nvSpPr>
          <p:cNvPr id="6" name="g7-num-0">
            <a:extLst xmlns:a="http://schemas.openxmlformats.org/drawingml/2006/main">
              <a:ext uri="{FF2B5EF4-FFF2-40B4-BE49-F238E27FC236}">
                <a16:creationId xmlns:a16="http://schemas.microsoft.com/office/drawing/2014/main" id="{2D476FD8-3F5C-48F0-9435-5D6503A9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241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7A3E"/>
                </a:solidFill>
              </a:defRPr>
            </a:pPr>
            <a:r>
              <a:rPr sz="2550" b="1">
                <a:solidFill>
                  <a:srgbClr val="0B7A3E"/>
                </a:solidFill>
              </a:rPr>
              <a:t>01</a:t>
            </a:r>
          </a:p>
        </p:txBody>
      </p:sp>
      <p:sp>
        <p:nvSpPr>
          <p:cNvPr id="7" name="g7-rule-0">
            <a:extLst xmlns:a="http://schemas.openxmlformats.org/drawingml/2006/main">
              <a:ext uri="{FF2B5EF4-FFF2-40B4-BE49-F238E27FC236}">
                <a16:creationId xmlns:a16="http://schemas.microsoft.com/office/drawing/2014/main" id="{C13E6DBD-7D01-4B8C-90B8-A7EAFC54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718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8" name="g7-title-0">
            <a:extLst xmlns:a="http://schemas.openxmlformats.org/drawingml/2006/main">
              <a:ext uri="{FF2B5EF4-FFF2-40B4-BE49-F238E27FC236}">
                <a16:creationId xmlns:a16="http://schemas.microsoft.com/office/drawing/2014/main" id="{FDAB5F6D-4DD1-4F09-8204-1F12D76E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26"/>
                </a:solidFill>
              </a:defRPr>
            </a:pPr>
            <a:r>
              <a:rPr sz="1875" b="1">
                <a:solidFill>
                  <a:srgbClr val="172126"/>
                </a:solidFill>
              </a:rPr>
              <a:t>Sucesso</a:t>
            </a:r>
          </a:p>
        </p:txBody>
      </p:sp>
      <p:sp>
        <p:nvSpPr>
          <p:cNvPr id="9" name="g7-desc-0">
            <a:extLst xmlns:a="http://schemas.openxmlformats.org/drawingml/2006/main">
              <a:ext uri="{FF2B5EF4-FFF2-40B4-BE49-F238E27FC236}">
                <a16:creationId xmlns:a16="http://schemas.microsoft.com/office/drawing/2014/main" id="{187B605C-5E41-46AC-9C1B-1DB36367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7177"/>
                </a:solidFill>
              </a:defRPr>
            </a:pPr>
            <a:r>
              <a:rPr sz="1575">
                <a:solidFill>
                  <a:srgbClr val="657177"/>
                </a:solidFill>
              </a:rPr>
              <a:t>Reconstruir o fluxo completo.</a:t>
            </a:r>
          </a:p>
        </p:txBody>
      </p:sp>
      <p:sp>
        <p:nvSpPr>
          <p:cNvPr id="10" name="g7-num-1">
            <a:extLst xmlns:a="http://schemas.openxmlformats.org/drawingml/2006/main">
              <a:ext uri="{FF2B5EF4-FFF2-40B4-BE49-F238E27FC236}">
                <a16:creationId xmlns:a16="http://schemas.microsoft.com/office/drawing/2014/main" id="{8705244F-0FFE-46A8-996B-D91097A2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957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7A3E"/>
                </a:solidFill>
              </a:defRPr>
            </a:pPr>
            <a:r>
              <a:rPr sz="2550" b="1">
                <a:solidFill>
                  <a:srgbClr val="0B7A3E"/>
                </a:solidFill>
              </a:rPr>
              <a:t>02</a:t>
            </a:r>
          </a:p>
        </p:txBody>
      </p:sp>
      <p:sp>
        <p:nvSpPr>
          <p:cNvPr id="11" name="g7-rule-1">
            <a:extLst xmlns:a="http://schemas.openxmlformats.org/drawingml/2006/main">
              <a:ext uri="{FF2B5EF4-FFF2-40B4-BE49-F238E27FC236}">
                <a16:creationId xmlns:a16="http://schemas.microsoft.com/office/drawing/2014/main" id="{0EC75020-9A02-41E9-B3DE-A90A0CD0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433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2" name="g7-title-1">
            <a:extLst xmlns:a="http://schemas.openxmlformats.org/drawingml/2006/main">
              <a:ext uri="{FF2B5EF4-FFF2-40B4-BE49-F238E27FC236}">
                <a16:creationId xmlns:a16="http://schemas.microsoft.com/office/drawing/2014/main" id="{22D2A251-0C89-4A36-BD53-820232AA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957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26"/>
                </a:solidFill>
              </a:defRPr>
            </a:pPr>
            <a:r>
              <a:rPr sz="1875" b="1">
                <a:solidFill>
                  <a:srgbClr val="172126"/>
                </a:solidFill>
              </a:rPr>
              <a:t>Rejeição</a:t>
            </a:r>
          </a:p>
        </p:txBody>
      </p:sp>
      <p:sp>
        <p:nvSpPr>
          <p:cNvPr id="13" name="g7-desc-1">
            <a:extLst xmlns:a="http://schemas.openxmlformats.org/drawingml/2006/main">
              <a:ext uri="{FF2B5EF4-FFF2-40B4-BE49-F238E27FC236}">
                <a16:creationId xmlns:a16="http://schemas.microsoft.com/office/drawing/2014/main" id="{631F139F-9C05-4207-85F5-056DD31A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7177"/>
                </a:solidFill>
              </a:defRPr>
            </a:pPr>
            <a:r>
              <a:rPr sz="1575">
                <a:solidFill>
                  <a:srgbClr val="657177"/>
                </a:solidFill>
              </a:rPr>
              <a:t>Distinguir negócio de sucesso técnico.</a:t>
            </a:r>
          </a:p>
        </p:txBody>
      </p:sp>
      <p:sp>
        <p:nvSpPr>
          <p:cNvPr id="14" name="g7-num-2">
            <a:extLst xmlns:a="http://schemas.openxmlformats.org/drawingml/2006/main">
              <a:ext uri="{FF2B5EF4-FFF2-40B4-BE49-F238E27FC236}">
                <a16:creationId xmlns:a16="http://schemas.microsoft.com/office/drawing/2014/main" id="{142CDD09-41FA-42EF-847A-491B9347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672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7A3E"/>
                </a:solidFill>
              </a:defRPr>
            </a:pPr>
            <a:r>
              <a:rPr sz="2550" b="1">
                <a:solidFill>
                  <a:srgbClr val="0B7A3E"/>
                </a:solidFill>
              </a:rPr>
              <a:t>03</a:t>
            </a:r>
          </a:p>
        </p:txBody>
      </p:sp>
      <p:sp>
        <p:nvSpPr>
          <p:cNvPr id="15" name="g7-rule-2">
            <a:extLst xmlns:a="http://schemas.openxmlformats.org/drawingml/2006/main">
              <a:ext uri="{FF2B5EF4-FFF2-40B4-BE49-F238E27FC236}">
                <a16:creationId xmlns:a16="http://schemas.microsoft.com/office/drawing/2014/main" id="{F4EF1E15-3018-459A-BA3F-AFD0ABE2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149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6" name="g7-title-2">
            <a:extLst xmlns:a="http://schemas.openxmlformats.org/drawingml/2006/main">
              <a:ext uri="{FF2B5EF4-FFF2-40B4-BE49-F238E27FC236}">
                <a16:creationId xmlns:a16="http://schemas.microsoft.com/office/drawing/2014/main" id="{8B998DB9-11A6-4D74-BAFE-99334A96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672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26"/>
                </a:solidFill>
              </a:defRPr>
            </a:pPr>
            <a:r>
              <a:rPr sz="1875" b="1">
                <a:solidFill>
                  <a:srgbClr val="172126"/>
                </a:solidFill>
              </a:rPr>
              <a:t>Falha</a:t>
            </a:r>
          </a:p>
        </p:txBody>
      </p:sp>
      <p:sp>
        <p:nvSpPr>
          <p:cNvPr id="17" name="g7-desc-2">
            <a:extLst xmlns:a="http://schemas.openxmlformats.org/drawingml/2006/main">
              <a:ext uri="{FF2B5EF4-FFF2-40B4-BE49-F238E27FC236}">
                <a16:creationId xmlns:a16="http://schemas.microsoft.com/office/drawing/2014/main" id="{9B499153-5696-4623-835D-8A577B05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7177"/>
                </a:solidFill>
              </a:defRPr>
            </a:pPr>
            <a:r>
              <a:rPr sz="1575">
                <a:solidFill>
                  <a:srgbClr val="657177"/>
                </a:solidFill>
              </a:rPr>
              <a:t>Investigar erro real ou controlado.</a:t>
            </a:r>
          </a:p>
        </p:txBody>
      </p:sp>
      <p:sp>
        <p:nvSpPr>
          <p:cNvPr id="18" name="g7-num-3">
            <a:extLst xmlns:a="http://schemas.openxmlformats.org/drawingml/2006/main">
              <a:ext uri="{FF2B5EF4-FFF2-40B4-BE49-F238E27FC236}">
                <a16:creationId xmlns:a16="http://schemas.microsoft.com/office/drawing/2014/main" id="{196BA94B-60B2-46E3-9403-69F0B3E7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388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7A3E"/>
                </a:solidFill>
              </a:defRPr>
            </a:pPr>
            <a:r>
              <a:rPr sz="2550" b="1">
                <a:solidFill>
                  <a:srgbClr val="0B7A3E"/>
                </a:solidFill>
              </a:rPr>
              <a:t>04</a:t>
            </a:r>
          </a:p>
        </p:txBody>
      </p:sp>
      <p:sp>
        <p:nvSpPr>
          <p:cNvPr id="19" name="g7-rule-3">
            <a:extLst xmlns:a="http://schemas.openxmlformats.org/drawingml/2006/main">
              <a:ext uri="{FF2B5EF4-FFF2-40B4-BE49-F238E27FC236}">
                <a16:creationId xmlns:a16="http://schemas.microsoft.com/office/drawing/2014/main" id="{AF5BB9FF-A36E-4BFB-9D38-953C17E7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864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20" name="g7-title-3">
            <a:extLst xmlns:a="http://schemas.openxmlformats.org/drawingml/2006/main">
              <a:ext uri="{FF2B5EF4-FFF2-40B4-BE49-F238E27FC236}">
                <a16:creationId xmlns:a16="http://schemas.microsoft.com/office/drawing/2014/main" id="{C785891D-04FB-43EF-9DEF-B265B171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388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26"/>
                </a:solidFill>
              </a:defRPr>
            </a:pPr>
            <a:r>
              <a:rPr sz="1875" b="1">
                <a:solidFill>
                  <a:srgbClr val="172126"/>
                </a:solidFill>
              </a:rPr>
              <a:t>Código</a:t>
            </a:r>
          </a:p>
        </p:txBody>
      </p:sp>
      <p:sp>
        <p:nvSpPr>
          <p:cNvPr id="21" name="g7-desc-3">
            <a:extLst xmlns:a="http://schemas.openxmlformats.org/drawingml/2006/main">
              <a:ext uri="{FF2B5EF4-FFF2-40B4-BE49-F238E27FC236}">
                <a16:creationId xmlns:a16="http://schemas.microsoft.com/office/drawing/2014/main" id="{68597822-554C-4122-AEB4-E1D42DE4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388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7177"/>
                </a:solidFill>
              </a:defRPr>
            </a:pPr>
            <a:r>
              <a:rPr sz="1575">
                <a:solidFill>
                  <a:srgbClr val="657177"/>
                </a:solidFill>
              </a:rPr>
              <a:t>Chegar ao snapshot e aos fontes corretos.</a:t>
            </a:r>
          </a:p>
        </p:txBody>
      </p:sp>
    </p:spTree>
    <p:extLst>
      <p:ext uri="{BB962C8B-B14F-4D97-AF65-F5344CB8AC3E}">
        <p14:creationId xmlns:p14="http://schemas.microsoft.com/office/powerpoint/2010/main" val="7515200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8" name="Rectangle 2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ection-9">
            <a:extLst xmlns:a="http://schemas.openxmlformats.org/drawingml/2006/main">
              <a:ext uri="{FF2B5EF4-FFF2-40B4-BE49-F238E27FC236}">
                <a16:creationId xmlns:a16="http://schemas.microsoft.com/office/drawing/2014/main" id="{D890A789-D6B6-46C7-8476-35F7C92E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66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MODELO D0-D4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4DC8C5FB-E0A6-4E2A-B98C-981A949B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85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A profundidade cresce com a necessidade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AB143C26-148C-45FE-944D-A9198F82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86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9">
            <a:extLst xmlns:a="http://schemas.openxmlformats.org/drawingml/2006/main">
              <a:ext uri="{FF2B5EF4-FFF2-40B4-BE49-F238E27FC236}">
                <a16:creationId xmlns:a16="http://schemas.microsoft.com/office/drawing/2014/main" id="{A2474C87-A298-4030-886F-FBCC85D7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181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9882AC58-59E0-4B24-91C7-76C9C9AE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181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09</a:t>
            </a:r>
          </a:p>
        </p:txBody>
      </p:sp>
      <p:sp>
        <p:nvSpPr>
          <p:cNvPr id="6" name="depth-D0">
            <a:extLst xmlns:a="http://schemas.openxmlformats.org/drawingml/2006/main">
              <a:ext uri="{FF2B5EF4-FFF2-40B4-BE49-F238E27FC236}">
                <a16:creationId xmlns:a16="http://schemas.microsoft.com/office/drawing/2014/main" id="{D177A8CE-B37D-4BBE-9EC9-5EF9026B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7" name="depth-code-D0">
            <a:extLst xmlns:a="http://schemas.openxmlformats.org/drawingml/2006/main">
              <a:ext uri="{FF2B5EF4-FFF2-40B4-BE49-F238E27FC236}">
                <a16:creationId xmlns:a16="http://schemas.microsoft.com/office/drawing/2014/main" id="{9110EA4B-08AC-4D8E-97AE-69357266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098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D0</a:t>
            </a:r>
          </a:p>
        </p:txBody>
      </p:sp>
      <p:sp>
        <p:nvSpPr>
          <p:cNvPr id="8" name="depth-label-D0">
            <a:extLst xmlns:a="http://schemas.openxmlformats.org/drawingml/2006/main">
              <a:ext uri="{FF2B5EF4-FFF2-40B4-BE49-F238E27FC236}">
                <a16:creationId xmlns:a16="http://schemas.microsoft.com/office/drawing/2014/main" id="{85385CA5-F161-42E5-A8C4-03E320AF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0987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Essencial</a:t>
            </a:r>
          </a:p>
        </p:txBody>
      </p:sp>
      <p:sp>
        <p:nvSpPr>
          <p:cNvPr id="9" name="depth-D1">
            <a:extLst xmlns:a="http://schemas.openxmlformats.org/drawingml/2006/main">
              <a:ext uri="{FF2B5EF4-FFF2-40B4-BE49-F238E27FC236}">
                <a16:creationId xmlns:a16="http://schemas.microsoft.com/office/drawing/2014/main" id="{96E587EC-F484-4388-8D08-284BB133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861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D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0" name="depth-code-D1">
            <a:extLst xmlns:a="http://schemas.openxmlformats.org/drawingml/2006/main">
              <a:ext uri="{FF2B5EF4-FFF2-40B4-BE49-F238E27FC236}">
                <a16:creationId xmlns:a16="http://schemas.microsoft.com/office/drawing/2014/main" id="{015D39F5-3B34-4F94-9D43-C1C8B367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337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D1</a:t>
            </a:r>
          </a:p>
        </p:txBody>
      </p:sp>
      <p:sp>
        <p:nvSpPr>
          <p:cNvPr id="11" name="depth-label-D1">
            <a:extLst xmlns:a="http://schemas.openxmlformats.org/drawingml/2006/main">
              <a:ext uri="{FF2B5EF4-FFF2-40B4-BE49-F238E27FC236}">
                <a16:creationId xmlns:a16="http://schemas.microsoft.com/office/drawing/2014/main" id="{B7DA69C0-C37B-4F09-95BD-96DF2FA7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3377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Narrativa</a:t>
            </a:r>
          </a:p>
        </p:txBody>
      </p:sp>
      <p:sp>
        <p:nvSpPr>
          <p:cNvPr id="12" name="depth-D2">
            <a:extLst xmlns:a="http://schemas.openxmlformats.org/drawingml/2006/main">
              <a:ext uri="{FF2B5EF4-FFF2-40B4-BE49-F238E27FC236}">
                <a16:creationId xmlns:a16="http://schemas.microsoft.com/office/drawing/2014/main" id="{D3EA79AA-94B1-438C-8C9A-9948DC82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10050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3" name="depth-code-D2">
            <a:extLst xmlns:a="http://schemas.openxmlformats.org/drawingml/2006/main">
              <a:ext uri="{FF2B5EF4-FFF2-40B4-BE49-F238E27FC236}">
                <a16:creationId xmlns:a16="http://schemas.microsoft.com/office/drawing/2014/main" id="{3C9379A9-2A88-4C56-A71E-CC491F44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576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D2</a:t>
            </a:r>
          </a:p>
        </p:txBody>
      </p:sp>
      <p:sp>
        <p:nvSpPr>
          <p:cNvPr id="14" name="depth-label-D2">
            <a:extLst xmlns:a="http://schemas.openxmlformats.org/drawingml/2006/main">
              <a:ext uri="{FF2B5EF4-FFF2-40B4-BE49-F238E27FC236}">
                <a16:creationId xmlns:a16="http://schemas.microsoft.com/office/drawing/2014/main" id="{A7E1A971-EF71-4379-A1F9-C35C504B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576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Diagnóstico</a:t>
            </a:r>
          </a:p>
        </p:txBody>
      </p:sp>
      <p:sp>
        <p:nvSpPr>
          <p:cNvPr id="15" name="depth-D3">
            <a:extLst xmlns:a="http://schemas.openxmlformats.org/drawingml/2006/main">
              <a:ext uri="{FF2B5EF4-FFF2-40B4-BE49-F238E27FC236}">
                <a16:creationId xmlns:a16="http://schemas.microsoft.com/office/drawing/2014/main" id="{96230187-C758-4BC5-99EF-2AFCD526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3395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E0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6" name="depth-code-D3">
            <a:extLst xmlns:a="http://schemas.openxmlformats.org/drawingml/2006/main">
              <a:ext uri="{FF2B5EF4-FFF2-40B4-BE49-F238E27FC236}">
                <a16:creationId xmlns:a16="http://schemas.microsoft.com/office/drawing/2014/main" id="{74C8416F-5B87-44A7-906E-D818C5C0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815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D3</a:t>
            </a:r>
          </a:p>
        </p:txBody>
      </p:sp>
      <p:sp>
        <p:nvSpPr>
          <p:cNvPr id="17" name="depth-label-D3">
            <a:extLst xmlns:a="http://schemas.openxmlformats.org/drawingml/2006/main">
              <a:ext uri="{FF2B5EF4-FFF2-40B4-BE49-F238E27FC236}">
                <a16:creationId xmlns:a16="http://schemas.microsoft.com/office/drawing/2014/main" id="{21B8E2CE-35A5-49BC-8EC6-1DD3B073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8157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Forense</a:t>
            </a:r>
          </a:p>
        </p:txBody>
      </p:sp>
      <p:sp>
        <p:nvSpPr>
          <p:cNvPr id="18" name="depth-D4">
            <a:extLst xmlns:a="http://schemas.openxmlformats.org/drawingml/2006/main">
              <a:ext uri="{FF2B5EF4-FFF2-40B4-BE49-F238E27FC236}">
                <a16:creationId xmlns:a16="http://schemas.microsoft.com/office/drawing/2014/main" id="{8FB0EDBF-9E1B-497F-8D64-53329D90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5785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E7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9" name="depth-code-D4">
            <a:extLst xmlns:a="http://schemas.openxmlformats.org/drawingml/2006/main">
              <a:ext uri="{FF2B5EF4-FFF2-40B4-BE49-F238E27FC236}">
                <a16:creationId xmlns:a16="http://schemas.microsoft.com/office/drawing/2014/main" id="{E2546672-40ED-43DB-B730-C4395F84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054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D4</a:t>
            </a:r>
          </a:p>
        </p:txBody>
      </p:sp>
      <p:sp>
        <p:nvSpPr>
          <p:cNvPr id="20" name="depth-label-D4">
            <a:extLst xmlns:a="http://schemas.openxmlformats.org/drawingml/2006/main">
              <a:ext uri="{FF2B5EF4-FFF2-40B4-BE49-F238E27FC236}">
                <a16:creationId xmlns:a16="http://schemas.microsoft.com/office/drawing/2014/main" id="{5862508B-3C5B-4187-B50E-AA10D603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054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Reprodução</a:t>
            </a:r>
          </a:p>
        </p:txBody>
      </p:sp>
      <p:sp>
        <p:nvSpPr>
          <p:cNvPr id="21" name="depth-entry">
            <a:extLst xmlns:a="http://schemas.openxmlformats.org/drawingml/2006/main">
              <a:ext uri="{FF2B5EF4-FFF2-40B4-BE49-F238E27FC236}">
                <a16:creationId xmlns:a16="http://schemas.microsoft.com/office/drawing/2014/main" id="{E72001C8-CF32-4DE7-9B1C-43C09EE7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99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7A3E"/>
                </a:solidFill>
              </a:defRPr>
            </a:pPr>
            <a:r>
              <a:rPr sz="1800" b="1">
                <a:solidFill>
                  <a:srgbClr val="0B7A3E"/>
                </a:solidFill>
              </a:rPr>
              <a:t>Obrigatório na entrada</a:t>
            </a:r>
          </a:p>
        </p:txBody>
      </p:sp>
      <p:sp>
        <p:nvSpPr>
          <p:cNvPr id="22" name="depth-advanced">
            <a:extLst xmlns:a="http://schemas.openxmlformats.org/drawingml/2006/main">
              <a:ext uri="{FF2B5EF4-FFF2-40B4-BE49-F238E27FC236}">
                <a16:creationId xmlns:a16="http://schemas.microsoft.com/office/drawing/2014/main" id="{C8DBB365-E89D-4C7C-8D32-09D6284F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339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BCE"/>
                </a:solidFill>
              </a:defRPr>
            </a:pPr>
            <a:r>
              <a:rPr sz="1800" b="1">
                <a:solidFill>
                  <a:srgbClr val="246BCE"/>
                </a:solidFill>
              </a:rPr>
              <a:t>Evolução de maturidade</a:t>
            </a:r>
          </a:p>
        </p:txBody>
      </p:sp>
      <p:sp>
        <p:nvSpPr>
          <p:cNvPr id="23" name="depth-split">
            <a:extLst xmlns:a="http://schemas.openxmlformats.org/drawingml/2006/main">
              <a:ext uri="{FF2B5EF4-FFF2-40B4-BE49-F238E27FC236}">
                <a16:creationId xmlns:a16="http://schemas.microsoft.com/office/drawing/2014/main" id="{850B18A9-3F9D-49C8-90A7-EC5358A3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57600"/>
            <a:ext cx="19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55331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4" name="Rectangle 1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ection-10">
            <a:extLst xmlns:a="http://schemas.openxmlformats.org/drawingml/2006/main">
              <a:ext uri="{FF2B5EF4-FFF2-40B4-BE49-F238E27FC236}">
                <a16:creationId xmlns:a16="http://schemas.microsoft.com/office/drawing/2014/main" id="{68BBFD1E-4788-4D3C-9B64-39A287EC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66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ENTREGÁVEIS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4AB6E4D0-2757-43FB-9218-6CDEA0EA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85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O fabricante entrega capacidade, não um produto específico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372A5B1B-4344-49E7-BA6E-33C05425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86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10">
            <a:extLst xmlns:a="http://schemas.openxmlformats.org/drawingml/2006/main">
              <a:ext uri="{FF2B5EF4-FFF2-40B4-BE49-F238E27FC236}">
                <a16:creationId xmlns:a16="http://schemas.microsoft.com/office/drawing/2014/main" id="{8BDC20F2-DB2D-4262-8CDB-BD1FA2A8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181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49D9396C-C404-431A-9239-7F457B7B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181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10</a:t>
            </a:r>
          </a:p>
        </p:txBody>
      </p:sp>
      <p:sp>
        <p:nvSpPr>
          <p:cNvPr id="6" name="deliver-left">
            <a:extLst xmlns:a="http://schemas.openxmlformats.org/drawingml/2006/main">
              <a:ext uri="{FF2B5EF4-FFF2-40B4-BE49-F238E27FC236}">
                <a16:creationId xmlns:a16="http://schemas.microsoft.com/office/drawing/2014/main" id="{ECDB0D5A-8377-4D01-9901-3EECEEB4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05125"/>
            <a:ext cx="4476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26"/>
                </a:solidFill>
              </a:defRPr>
            </a:pPr>
            <a:r>
              <a:rPr sz="1800">
                <a:solidFill>
                  <a:srgbClr val="172126"/>
                </a:solidFill>
              </a:rPr>
              <a:t>• repositório e build</a:t>
            </a:r>
          </a:p>
          <a:p xmlns:a="http://schemas.openxmlformats.org/drawingml/2006/main">
            <a:pPr>
              <a:defRPr sz="1800">
                <a:solidFill>
                  <a:srgbClr val="172126"/>
                </a:solidFill>
              </a:defRPr>
            </a:pPr>
            <a:r>
              <a:rPr sz="1800">
                <a:solidFill>
                  <a:srgbClr val="172126"/>
                </a:solidFill>
              </a:rPr>
              <a:t>• versão no runtime</a:t>
            </a:r>
          </a:p>
          <a:p xmlns:a="http://schemas.openxmlformats.org/drawingml/2006/main">
            <a:pPr>
              <a:defRPr sz="1800">
                <a:solidFill>
                  <a:srgbClr val="172126"/>
                </a:solidFill>
              </a:defRPr>
            </a:pPr>
            <a:r>
              <a:rPr sz="1800">
                <a:solidFill>
                  <a:srgbClr val="172126"/>
                </a:solidFill>
              </a:rPr>
              <a:t>• catálogo de operações</a:t>
            </a:r>
          </a:p>
          <a:p xmlns:a="http://schemas.openxmlformats.org/drawingml/2006/main">
            <a:pPr>
              <a:defRPr sz="1800">
                <a:solidFill>
                  <a:srgbClr val="172126"/>
                </a:solidFill>
              </a:defRPr>
            </a:pPr>
            <a:r>
              <a:rPr sz="1800">
                <a:solidFill>
                  <a:srgbClr val="172126"/>
                </a:solidFill>
              </a:rPr>
              <a:t>• instrumentação D0 / D1</a:t>
            </a:r>
          </a:p>
        </p:txBody>
      </p:sp>
      <p:sp>
        <p:nvSpPr>
          <p:cNvPr id="7" name="deliver-right">
            <a:extLst xmlns:a="http://schemas.openxmlformats.org/drawingml/2006/main">
              <a:ext uri="{FF2B5EF4-FFF2-40B4-BE49-F238E27FC236}">
                <a16:creationId xmlns:a16="http://schemas.microsoft.com/office/drawing/2014/main" id="{AA2A607C-8DF0-400F-8882-F7C919F9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05125"/>
            <a:ext cx="4476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26"/>
                </a:solidFill>
              </a:defRPr>
            </a:pPr>
            <a:r>
              <a:rPr sz="1800">
                <a:solidFill>
                  <a:srgbClr val="172126"/>
                </a:solidFill>
              </a:rPr>
              <a:t>• consulta por OperationId</a:t>
            </a:r>
          </a:p>
          <a:p xmlns:a="http://schemas.openxmlformats.org/drawingml/2006/main">
            <a:pPr>
              <a:defRPr sz="1800">
                <a:solidFill>
                  <a:srgbClr val="172126"/>
                </a:solidFill>
              </a:defRPr>
            </a:pPr>
            <a:r>
              <a:rPr sz="1800">
                <a:solidFill>
                  <a:srgbClr val="172126"/>
                </a:solidFill>
              </a:rPr>
              <a:t>• D2 direcionado</a:t>
            </a:r>
          </a:p>
          <a:p xmlns:a="http://schemas.openxmlformats.org/drawingml/2006/main">
            <a:pPr>
              <a:defRPr sz="1800">
                <a:solidFill>
                  <a:srgbClr val="172126"/>
                </a:solidFill>
              </a:defRPr>
            </a:pPr>
            <a:r>
              <a:rPr sz="1800">
                <a:solidFill>
                  <a:srgbClr val="172126"/>
                </a:solidFill>
              </a:rPr>
              <a:t>• classificação de dados</a:t>
            </a:r>
          </a:p>
          <a:p xmlns:a="http://schemas.openxmlformats.org/drawingml/2006/main">
            <a:pPr>
              <a:defRPr sz="1800">
                <a:solidFill>
                  <a:srgbClr val="172126"/>
                </a:solidFill>
              </a:defRPr>
            </a:pPr>
            <a:r>
              <a:rPr sz="1800">
                <a:solidFill>
                  <a:srgbClr val="172126"/>
                </a:solidFill>
              </a:rPr>
              <a:t>• demonstração G7</a:t>
            </a:r>
          </a:p>
        </p:txBody>
      </p:sp>
      <p:sp>
        <p:nvSpPr>
          <p:cNvPr id="8" name="deliver-callout">
            <a:extLst xmlns:a="http://schemas.openxmlformats.org/drawingml/2006/main">
              <a:ext uri="{FF2B5EF4-FFF2-40B4-BE49-F238E27FC236}">
                <a16:creationId xmlns:a16="http://schemas.microsoft.com/office/drawing/2014/main" id="{B7E89E7A-944E-4095-BD8F-C816C24E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29300"/>
            <a:ext cx="8801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9" name="deliver-callout-text">
            <a:extLst xmlns:a="http://schemas.openxmlformats.org/drawingml/2006/main">
              <a:ext uri="{FF2B5EF4-FFF2-40B4-BE49-F238E27FC236}">
                <a16:creationId xmlns:a16="http://schemas.microsoft.com/office/drawing/2014/main" id="{8C48DC74-E494-4A03-83E9-179DDE83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924550"/>
            <a:ext cx="811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 tecnologia pode variar. A evidência mínima, não.</a:t>
            </a:r>
          </a:p>
        </p:txBody>
      </p:sp>
    </p:spTree>
    <p:extLst>
      <p:ext uri="{BB962C8B-B14F-4D97-AF65-F5344CB8AC3E}">
        <p14:creationId xmlns:p14="http://schemas.microsoft.com/office/powerpoint/2010/main" val="6558276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ection-11">
            <a:extLst xmlns:a="http://schemas.openxmlformats.org/drawingml/2006/main">
              <a:ext uri="{FF2B5EF4-FFF2-40B4-BE49-F238E27FC236}">
                <a16:creationId xmlns:a16="http://schemas.microsoft.com/office/drawing/2014/main" id="{49774C81-635F-46FC-8B0F-657581B4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66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DADOS E SEGURANÇA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84D854AF-C91C-4A5C-A0AE-31279CF7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85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Mais detalhe não pode significar mais exposição</a:t>
            </a:r>
          </a:p>
        </p:txBody>
      </p:sp>
      <p:sp>
        <p:nvSpPr>
          <p:cNvPr id="3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48D5B0F4-540E-457F-BEAB-D1CCA8F1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86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11">
            <a:extLst xmlns:a="http://schemas.openxmlformats.org/drawingml/2006/main">
              <a:ext uri="{FF2B5EF4-FFF2-40B4-BE49-F238E27FC236}">
                <a16:creationId xmlns:a16="http://schemas.microsoft.com/office/drawing/2014/main" id="{75F9BC5C-0ACF-4258-A375-00FA1B40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181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EF632ED1-844D-4FB8-9F10-89567FD9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181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11</a:t>
            </a:r>
          </a:p>
        </p:txBody>
      </p:sp>
      <p:sp>
        <p:nvSpPr>
          <p:cNvPr id="6" name="data-0">
            <a:extLst xmlns:a="http://schemas.openxmlformats.org/drawingml/2006/main">
              <a:ext uri="{FF2B5EF4-FFF2-40B4-BE49-F238E27FC236}">
                <a16:creationId xmlns:a16="http://schemas.microsoft.com/office/drawing/2014/main" id="{539CED5D-3A34-4BAD-9408-3A98DCC4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8130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D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7" name="data-name-0">
            <a:extLst xmlns:a="http://schemas.openxmlformats.org/drawingml/2006/main">
              <a:ext uri="{FF2B5EF4-FFF2-40B4-BE49-F238E27FC236}">
                <a16:creationId xmlns:a16="http://schemas.microsoft.com/office/drawing/2014/main" id="{9F7B684F-CB9C-457D-AFC7-FECA2BB5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765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7A3E"/>
                </a:solidFill>
              </a:defRPr>
            </a:pPr>
            <a:r>
              <a:rPr sz="1725" b="1">
                <a:solidFill>
                  <a:srgbClr val="0B7A3E"/>
                </a:solidFill>
              </a:rPr>
              <a:t>SafeMetadata</a:t>
            </a:r>
          </a:p>
        </p:txBody>
      </p:sp>
      <p:sp>
        <p:nvSpPr>
          <p:cNvPr id="8" name="data-desc-0">
            <a:extLst xmlns:a="http://schemas.openxmlformats.org/drawingml/2006/main">
              <a:ext uri="{FF2B5EF4-FFF2-40B4-BE49-F238E27FC236}">
                <a16:creationId xmlns:a16="http://schemas.microsoft.com/office/drawing/2014/main" id="{F1937E41-0543-4BE3-B4DF-F8C20D5F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765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baseline</a:t>
            </a:r>
          </a:p>
        </p:txBody>
      </p:sp>
      <p:sp>
        <p:nvSpPr>
          <p:cNvPr id="9" name="data-1">
            <a:extLst xmlns:a="http://schemas.openxmlformats.org/drawingml/2006/main">
              <a:ext uri="{FF2B5EF4-FFF2-40B4-BE49-F238E27FC236}">
                <a16:creationId xmlns:a16="http://schemas.microsoft.com/office/drawing/2014/main" id="{24F7A77E-E6B9-49D9-AACF-A04FA83E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7665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</p:sp>
      <p:sp>
        <p:nvSpPr>
          <p:cNvPr id="10" name="data-name-1">
            <a:extLst xmlns:a="http://schemas.openxmlformats.org/drawingml/2006/main">
              <a:ext uri="{FF2B5EF4-FFF2-40B4-BE49-F238E27FC236}">
                <a16:creationId xmlns:a16="http://schemas.microsoft.com/office/drawing/2014/main" id="{3D84EA0F-CC99-49FB-BEA3-2F97C247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71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6BCE"/>
                </a:solidFill>
              </a:defRPr>
            </a:pPr>
            <a:r>
              <a:rPr sz="1725" b="1">
                <a:solidFill>
                  <a:srgbClr val="246BCE"/>
                </a:solidFill>
              </a:rPr>
              <a:t>OperationalData</a:t>
            </a:r>
          </a:p>
        </p:txBody>
      </p:sp>
      <p:sp>
        <p:nvSpPr>
          <p:cNvPr id="11" name="data-desc-1">
            <a:extLst xmlns:a="http://schemas.openxmlformats.org/drawingml/2006/main">
              <a:ext uri="{FF2B5EF4-FFF2-40B4-BE49-F238E27FC236}">
                <a16:creationId xmlns:a16="http://schemas.microsoft.com/office/drawing/2014/main" id="{6E253BFC-137D-4245-8B83-747178E2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719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conforme política</a:t>
            </a:r>
          </a:p>
        </p:txBody>
      </p:sp>
      <p:sp>
        <p:nvSpPr>
          <p:cNvPr id="12" name="data-2">
            <a:extLst xmlns:a="http://schemas.openxmlformats.org/drawingml/2006/main">
              <a:ext uri="{FF2B5EF4-FFF2-40B4-BE49-F238E27FC236}">
                <a16:creationId xmlns:a16="http://schemas.microsoft.com/office/drawing/2014/main" id="{B8E08B82-E074-41B8-A504-30602029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7200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E0"/>
          </a:solidFill>
          <a:ln xmlns:a="http://schemas.openxmlformats.org/drawingml/2006/main" w="9525">
            <a:solidFill>
              <a:srgbClr val="B46A00"/>
            </a:solidFill>
            <a:prstDash val="solid"/>
          </a:ln>
        </p:spPr>
      </p:sp>
      <p:sp>
        <p:nvSpPr>
          <p:cNvPr id="13" name="data-name-2">
            <a:extLst xmlns:a="http://schemas.openxmlformats.org/drawingml/2006/main">
              <a:ext uri="{FF2B5EF4-FFF2-40B4-BE49-F238E27FC236}">
                <a16:creationId xmlns:a16="http://schemas.microsoft.com/office/drawing/2014/main" id="{5230685C-5A28-499F-850C-A56DA89B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67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46A00"/>
                </a:solidFill>
              </a:defRPr>
            </a:pPr>
            <a:r>
              <a:rPr sz="1725" b="1">
                <a:solidFill>
                  <a:srgbClr val="B46A00"/>
                </a:solidFill>
              </a:rPr>
              <a:t>Sensitive</a:t>
            </a:r>
          </a:p>
        </p:txBody>
      </p:sp>
      <p:sp>
        <p:nvSpPr>
          <p:cNvPr id="14" name="data-desc-2">
            <a:extLst xmlns:a="http://schemas.openxmlformats.org/drawingml/2006/main">
              <a:ext uri="{FF2B5EF4-FFF2-40B4-BE49-F238E27FC236}">
                <a16:creationId xmlns:a16="http://schemas.microsoft.com/office/drawing/2014/main" id="{30E237D4-4BB0-4201-B286-4567C83D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672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explícito, mascarado e temporário</a:t>
            </a:r>
          </a:p>
        </p:txBody>
      </p:sp>
      <p:sp>
        <p:nvSpPr>
          <p:cNvPr id="15" name="data-3">
            <a:extLst xmlns:a="http://schemas.openxmlformats.org/drawingml/2006/main">
              <a:ext uri="{FF2B5EF4-FFF2-40B4-BE49-F238E27FC236}">
                <a16:creationId xmlns:a16="http://schemas.microsoft.com/office/drawing/2014/main" id="{F1ACD414-C172-4648-9F07-4A7CE4E7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6735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E7"/>
          </a:solidFill>
          <a:ln xmlns:a="http://schemas.openxmlformats.org/drawingml/2006/main" w="9525">
            <a:solidFill>
              <a:srgbClr val="B33232"/>
            </a:solidFill>
            <a:prstDash val="solid"/>
          </a:ln>
        </p:spPr>
      </p:sp>
      <p:sp>
        <p:nvSpPr>
          <p:cNvPr id="16" name="data-name-3">
            <a:extLst xmlns:a="http://schemas.openxmlformats.org/drawingml/2006/main">
              <a:ext uri="{FF2B5EF4-FFF2-40B4-BE49-F238E27FC236}">
                <a16:creationId xmlns:a16="http://schemas.microsoft.com/office/drawing/2014/main" id="{DAD800EF-9186-4FF2-B4DB-19E34893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626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33232"/>
                </a:solidFill>
              </a:defRPr>
            </a:pPr>
            <a:r>
              <a:rPr sz="1725" b="1">
                <a:solidFill>
                  <a:srgbClr val="B33232"/>
                </a:solidFill>
              </a:rPr>
              <a:t>NeverCapture</a:t>
            </a:r>
          </a:p>
        </p:txBody>
      </p:sp>
      <p:sp>
        <p:nvSpPr>
          <p:cNvPr id="17" name="data-desc-3">
            <a:extLst xmlns:a="http://schemas.openxmlformats.org/drawingml/2006/main">
              <a:ext uri="{FF2B5EF4-FFF2-40B4-BE49-F238E27FC236}">
                <a16:creationId xmlns:a16="http://schemas.microsoft.com/office/drawing/2014/main" id="{055499C2-86CC-4E8C-A0C3-7711F2FB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626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senhas, tokens, chaves e certificados</a:t>
            </a:r>
          </a:p>
        </p:txBody>
      </p:sp>
    </p:spTree>
    <p:extLst>
      <p:ext uri="{BB962C8B-B14F-4D97-AF65-F5344CB8AC3E}">
        <p14:creationId xmlns:p14="http://schemas.microsoft.com/office/powerpoint/2010/main" val="18330775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9" name="Rectangle 2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ection-12">
            <a:extLst xmlns:a="http://schemas.openxmlformats.org/drawingml/2006/main">
              <a:ext uri="{FF2B5EF4-FFF2-40B4-BE49-F238E27FC236}">
                <a16:creationId xmlns:a16="http://schemas.microsoft.com/office/drawing/2014/main" id="{4EDB5306-3679-4EF8-896C-55C9375D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66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ONBOARDING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65F21166-3519-4E90-A51D-1028BC01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85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A adequação acontece em nove movimentos</a:t>
            </a:r>
          </a:p>
        </p:txBody>
      </p:sp>
      <p:sp>
        <p:nvSpPr>
          <p:cNvPr id="3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D0632922-E18D-4ADA-84B5-34D7C108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86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12">
            <a:extLst xmlns:a="http://schemas.openxmlformats.org/drawingml/2006/main">
              <a:ext uri="{FF2B5EF4-FFF2-40B4-BE49-F238E27FC236}">
                <a16:creationId xmlns:a16="http://schemas.microsoft.com/office/drawing/2014/main" id="{8FC78646-F8C0-408C-ADD2-7A4349B2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181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12">
            <a:extLst xmlns:a="http://schemas.openxmlformats.org/drawingml/2006/main">
              <a:ext uri="{FF2B5EF4-FFF2-40B4-BE49-F238E27FC236}">
                <a16:creationId xmlns:a16="http://schemas.microsoft.com/office/drawing/2014/main" id="{70DC80C7-312F-47CF-9F5A-7BDDDEA9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181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12</a:t>
            </a:r>
          </a:p>
        </p:txBody>
      </p:sp>
      <p:sp>
        <p:nvSpPr>
          <p:cNvPr id="6" name="onboard-0">
            <a:extLst xmlns:a="http://schemas.openxmlformats.org/drawingml/2006/main">
              <a:ext uri="{FF2B5EF4-FFF2-40B4-BE49-F238E27FC236}">
                <a16:creationId xmlns:a16="http://schemas.microsoft.com/office/drawing/2014/main" id="{B4F1C884-DC0D-411F-B090-E09B52E8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7" name="onboard-label-0">
            <a:extLst xmlns:a="http://schemas.openxmlformats.org/drawingml/2006/main">
              <a:ext uri="{FF2B5EF4-FFF2-40B4-BE49-F238E27FC236}">
                <a16:creationId xmlns:a16="http://schemas.microsoft.com/office/drawing/2014/main" id="{E4B30823-C4EA-4824-8511-B96DDE3A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432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01  Escopo</a:t>
            </a:r>
          </a:p>
        </p:txBody>
      </p:sp>
      <p:sp>
        <p:nvSpPr>
          <p:cNvPr id="8" name="onboard-1">
            <a:extLst xmlns:a="http://schemas.openxmlformats.org/drawingml/2006/main">
              <a:ext uri="{FF2B5EF4-FFF2-40B4-BE49-F238E27FC236}">
                <a16:creationId xmlns:a16="http://schemas.microsoft.com/office/drawing/2014/main" id="{172043CA-68D8-4585-90C6-4B5416C5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480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9" name="onboard-label-1">
            <a:extLst xmlns:a="http://schemas.openxmlformats.org/drawingml/2006/main">
              <a:ext uri="{FF2B5EF4-FFF2-40B4-BE49-F238E27FC236}">
                <a16:creationId xmlns:a16="http://schemas.microsoft.com/office/drawing/2014/main" id="{11D1D6E2-2857-4119-B35D-9CBA43C3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432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02  Gaps</a:t>
            </a:r>
          </a:p>
        </p:txBody>
      </p:sp>
      <p:sp>
        <p:nvSpPr>
          <p:cNvPr id="10" name="onboard-2">
            <a:extLst xmlns:a="http://schemas.openxmlformats.org/drawingml/2006/main">
              <a:ext uri="{FF2B5EF4-FFF2-40B4-BE49-F238E27FC236}">
                <a16:creationId xmlns:a16="http://schemas.microsoft.com/office/drawing/2014/main" id="{B9D3E21B-DB0F-4574-BBE1-5A97731F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1" name="onboard-label-2">
            <a:extLst xmlns:a="http://schemas.openxmlformats.org/drawingml/2006/main">
              <a:ext uri="{FF2B5EF4-FFF2-40B4-BE49-F238E27FC236}">
                <a16:creationId xmlns:a16="http://schemas.microsoft.com/office/drawing/2014/main" id="{D68763D0-4F50-49E8-857C-93F13243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432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03  Plano</a:t>
            </a:r>
          </a:p>
        </p:txBody>
      </p:sp>
      <p:sp>
        <p:nvSpPr>
          <p:cNvPr id="12" name="onboard-3">
            <a:extLst xmlns:a="http://schemas.openxmlformats.org/drawingml/2006/main">
              <a:ext uri="{FF2B5EF4-FFF2-40B4-BE49-F238E27FC236}">
                <a16:creationId xmlns:a16="http://schemas.microsoft.com/office/drawing/2014/main" id="{42322167-B4E6-47E0-8E7D-2B05D824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3" name="onboard-label-3">
            <a:extLst xmlns:a="http://schemas.openxmlformats.org/drawingml/2006/main">
              <a:ext uri="{FF2B5EF4-FFF2-40B4-BE49-F238E27FC236}">
                <a16:creationId xmlns:a16="http://schemas.microsoft.com/office/drawing/2014/main" id="{4A11B9C8-E39A-4AE2-BF58-63216125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04  Índice</a:t>
            </a:r>
          </a:p>
        </p:txBody>
      </p:sp>
      <p:sp>
        <p:nvSpPr>
          <p:cNvPr id="14" name="onboard-4">
            <a:extLst xmlns:a="http://schemas.openxmlformats.org/drawingml/2006/main">
              <a:ext uri="{FF2B5EF4-FFF2-40B4-BE49-F238E27FC236}">
                <a16:creationId xmlns:a16="http://schemas.microsoft.com/office/drawing/2014/main" id="{72530FBF-74D1-4956-AB59-4C037A39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480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5" name="onboard-label-4">
            <a:extLst xmlns:a="http://schemas.openxmlformats.org/drawingml/2006/main">
              <a:ext uri="{FF2B5EF4-FFF2-40B4-BE49-F238E27FC236}">
                <a16:creationId xmlns:a16="http://schemas.microsoft.com/office/drawing/2014/main" id="{6F2904D9-1095-44F0-A171-4B77567E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1432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05  D0/D1</a:t>
            </a:r>
          </a:p>
        </p:txBody>
      </p:sp>
      <p:sp>
        <p:nvSpPr>
          <p:cNvPr id="16" name="onboard-5">
            <a:extLst xmlns:a="http://schemas.openxmlformats.org/drawingml/2006/main">
              <a:ext uri="{FF2B5EF4-FFF2-40B4-BE49-F238E27FC236}">
                <a16:creationId xmlns:a16="http://schemas.microsoft.com/office/drawing/2014/main" id="{D72C0162-3AB1-4777-8478-802C2DA5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6672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7" name="onboard-label-5">
            <a:extLst xmlns:a="http://schemas.openxmlformats.org/drawingml/2006/main">
              <a:ext uri="{FF2B5EF4-FFF2-40B4-BE49-F238E27FC236}">
                <a16:creationId xmlns:a16="http://schemas.microsoft.com/office/drawing/2014/main" id="{D008E505-E811-4B53-B766-0CC26DD7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7625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06  Coletor</a:t>
            </a:r>
          </a:p>
        </p:txBody>
      </p:sp>
      <p:sp>
        <p:nvSpPr>
          <p:cNvPr id="18" name="onboard-6">
            <a:extLst xmlns:a="http://schemas.openxmlformats.org/drawingml/2006/main">
              <a:ext uri="{FF2B5EF4-FFF2-40B4-BE49-F238E27FC236}">
                <a16:creationId xmlns:a16="http://schemas.microsoft.com/office/drawing/2014/main" id="{A9BBC40E-27FE-4021-843D-C15EF5BA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6672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9" name="onboard-label-6">
            <a:extLst xmlns:a="http://schemas.openxmlformats.org/drawingml/2006/main">
              <a:ext uri="{FF2B5EF4-FFF2-40B4-BE49-F238E27FC236}">
                <a16:creationId xmlns:a16="http://schemas.microsoft.com/office/drawing/2014/main" id="{2D3F168D-D6D3-45C1-BE68-640509CE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7625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07  D2</a:t>
            </a:r>
          </a:p>
        </p:txBody>
      </p:sp>
      <p:sp>
        <p:nvSpPr>
          <p:cNvPr id="20" name="onboard-7">
            <a:extLst xmlns:a="http://schemas.openxmlformats.org/drawingml/2006/main">
              <a:ext uri="{FF2B5EF4-FFF2-40B4-BE49-F238E27FC236}">
                <a16:creationId xmlns:a16="http://schemas.microsoft.com/office/drawing/2014/main" id="{34605218-7575-42A1-9669-2C25F168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672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21" name="onboard-label-7">
            <a:extLst xmlns:a="http://schemas.openxmlformats.org/drawingml/2006/main">
              <a:ext uri="{FF2B5EF4-FFF2-40B4-BE49-F238E27FC236}">
                <a16:creationId xmlns:a16="http://schemas.microsoft.com/office/drawing/2014/main" id="{9F414DEA-C4A4-4E5D-A3B2-289F514C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625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08  Demonstração</a:t>
            </a:r>
          </a:p>
        </p:txBody>
      </p:sp>
      <p:sp>
        <p:nvSpPr>
          <p:cNvPr id="22" name="onboard-8">
            <a:extLst xmlns:a="http://schemas.openxmlformats.org/drawingml/2006/main">
              <a:ext uri="{FF2B5EF4-FFF2-40B4-BE49-F238E27FC236}">
                <a16:creationId xmlns:a16="http://schemas.microsoft.com/office/drawing/2014/main" id="{2FDE9744-D296-401B-BC79-E7B441F2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6672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23" name="onboard-label-8">
            <a:extLst xmlns:a="http://schemas.openxmlformats.org/drawingml/2006/main">
              <a:ext uri="{FF2B5EF4-FFF2-40B4-BE49-F238E27FC236}">
                <a16:creationId xmlns:a16="http://schemas.microsoft.com/office/drawing/2014/main" id="{231FD92C-9CD2-4419-90A8-F38B3754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7625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09  Homologação</a:t>
            </a:r>
          </a:p>
        </p:txBody>
      </p:sp>
      <p:sp>
        <p:nvSpPr>
          <p:cNvPr id="24" name="onboard-note">
            <a:extLst xmlns:a="http://schemas.openxmlformats.org/drawingml/2006/main">
              <a:ext uri="{FF2B5EF4-FFF2-40B4-BE49-F238E27FC236}">
                <a16:creationId xmlns:a16="http://schemas.microsoft.com/office/drawing/2014/main" id="{48F2A589-C9F0-4A13-984A-AC0BA7C4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198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BCE"/>
                </a:solidFill>
              </a:defRPr>
            </a:pPr>
            <a:r>
              <a:rPr sz="1800" b="1">
                <a:solidFill>
                  <a:srgbClr val="246BCE"/>
                </a:solidFill>
              </a:rPr>
              <a:t>EM ADEQUAÇÃO permite onboarding. O SLA normal começa após G1-G7.</a:t>
            </a:r>
          </a:p>
        </p:txBody>
      </p:sp>
    </p:spTree>
    <p:extLst>
      <p:ext uri="{BB962C8B-B14F-4D97-AF65-F5344CB8AC3E}">
        <p14:creationId xmlns:p14="http://schemas.microsoft.com/office/powerpoint/2010/main" val="1274241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ection-13">
            <a:extLst xmlns:a="http://schemas.openxmlformats.org/drawingml/2006/main">
              <a:ext uri="{FF2B5EF4-FFF2-40B4-BE49-F238E27FC236}">
                <a16:creationId xmlns:a16="http://schemas.microsoft.com/office/drawing/2014/main" id="{204BC445-52A7-48FB-AB7C-497402FA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66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RESULTADO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9C232A31-D677-439E-8BAD-9B20C0A0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85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A classificação deixa o compromisso explícito</a:t>
            </a:r>
          </a:p>
        </p:txBody>
      </p:sp>
      <p:sp>
        <p:nvSpPr>
          <p:cNvPr id="3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98D50E7D-7D89-47D4-813A-36FC2717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86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13">
            <a:extLst xmlns:a="http://schemas.openxmlformats.org/drawingml/2006/main">
              <a:ext uri="{FF2B5EF4-FFF2-40B4-BE49-F238E27FC236}">
                <a16:creationId xmlns:a16="http://schemas.microsoft.com/office/drawing/2014/main" id="{EF8A5D32-7B2C-4937-A492-9E58074F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181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13">
            <a:extLst xmlns:a="http://schemas.openxmlformats.org/drawingml/2006/main">
              <a:ext uri="{FF2B5EF4-FFF2-40B4-BE49-F238E27FC236}">
                <a16:creationId xmlns:a16="http://schemas.microsoft.com/office/drawing/2014/main" id="{EECA3ADE-6468-473F-B7CB-D7C44378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181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13</a:t>
            </a:r>
          </a:p>
        </p:txBody>
      </p:sp>
      <p:sp>
        <p:nvSpPr>
          <p:cNvPr id="6" name="state-accent-0">
            <a:extLst xmlns:a="http://schemas.openxmlformats.org/drawingml/2006/main">
              <a:ext uri="{FF2B5EF4-FFF2-40B4-BE49-F238E27FC236}">
                <a16:creationId xmlns:a16="http://schemas.microsoft.com/office/drawing/2014/main" id="{2E2160DF-69D9-4A04-908D-7C8CCCBC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035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232"/>
          </a:solidFill>
          <a:ln xmlns:a="http://schemas.openxmlformats.org/drawingml/2006/main" w="9525">
            <a:solidFill>
              <a:srgbClr val="B33232"/>
            </a:solidFill>
            <a:prstDash val="solid"/>
          </a:ln>
        </p:spPr>
      </p:sp>
      <p:sp>
        <p:nvSpPr>
          <p:cNvPr id="7" name="state-name-0">
            <a:extLst xmlns:a="http://schemas.openxmlformats.org/drawingml/2006/main">
              <a:ext uri="{FF2B5EF4-FFF2-40B4-BE49-F238E27FC236}">
                <a16:creationId xmlns:a16="http://schemas.microsoft.com/office/drawing/2014/main" id="{0797724C-1764-4E06-8F5C-E45AF72C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194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33232"/>
                </a:solidFill>
              </a:defRPr>
            </a:pPr>
            <a:r>
              <a:rPr sz="1800" b="1">
                <a:solidFill>
                  <a:srgbClr val="B33232"/>
                </a:solidFill>
              </a:rPr>
              <a:t>NÃO ELEGÍVEL</a:t>
            </a:r>
          </a:p>
        </p:txBody>
      </p:sp>
      <p:sp>
        <p:nvSpPr>
          <p:cNvPr id="8" name="state-desc-0">
            <a:extLst xmlns:a="http://schemas.openxmlformats.org/drawingml/2006/main">
              <a:ext uri="{FF2B5EF4-FFF2-40B4-BE49-F238E27FC236}">
                <a16:creationId xmlns:a16="http://schemas.microsoft.com/office/drawing/2014/main" id="{93368065-EDDC-4571-B1C7-D882BA86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194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Falha em requisito obrigatório</a:t>
            </a:r>
          </a:p>
        </p:txBody>
      </p:sp>
      <p:sp>
        <p:nvSpPr>
          <p:cNvPr id="9" name="state-accent-1">
            <a:extLst xmlns:a="http://schemas.openxmlformats.org/drawingml/2006/main">
              <a:ext uri="{FF2B5EF4-FFF2-40B4-BE49-F238E27FC236}">
                <a16:creationId xmlns:a16="http://schemas.microsoft.com/office/drawing/2014/main" id="{185EAE65-9B35-4706-AE0E-946387EC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338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00"/>
          </a:solidFill>
          <a:ln xmlns:a="http://schemas.openxmlformats.org/drawingml/2006/main" w="9525">
            <a:solidFill>
              <a:srgbClr val="B46A00"/>
            </a:solidFill>
            <a:prstDash val="solid"/>
          </a:ln>
        </p:spPr>
      </p:sp>
      <p:sp>
        <p:nvSpPr>
          <p:cNvPr id="10" name="state-name-1">
            <a:extLst xmlns:a="http://schemas.openxmlformats.org/drawingml/2006/main">
              <a:ext uri="{FF2B5EF4-FFF2-40B4-BE49-F238E27FC236}">
                <a16:creationId xmlns:a16="http://schemas.microsoft.com/office/drawing/2014/main" id="{4C4B709A-3073-42CA-9628-0C7BF649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528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6A00"/>
                </a:solidFill>
              </a:defRPr>
            </a:pPr>
            <a:r>
              <a:rPr sz="1800" b="1">
                <a:solidFill>
                  <a:srgbClr val="B46A00"/>
                </a:solidFill>
              </a:rPr>
              <a:t>EM ADEQUAÇÃO</a:t>
            </a:r>
          </a:p>
        </p:txBody>
      </p:sp>
      <p:sp>
        <p:nvSpPr>
          <p:cNvPr id="11" name="state-desc-1">
            <a:extLst xmlns:a="http://schemas.openxmlformats.org/drawingml/2006/main">
              <a:ext uri="{FF2B5EF4-FFF2-40B4-BE49-F238E27FC236}">
                <a16:creationId xmlns:a16="http://schemas.microsoft.com/office/drawing/2014/main" id="{25D023F7-C3AD-4C0A-B6C7-38D02E19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528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Plano ativo, sem SLA normal</a:t>
            </a:r>
          </a:p>
        </p:txBody>
      </p:sp>
      <p:sp>
        <p:nvSpPr>
          <p:cNvPr id="12" name="state-accent-2">
            <a:extLst xmlns:a="http://schemas.openxmlformats.org/drawingml/2006/main">
              <a:ext uri="{FF2B5EF4-FFF2-40B4-BE49-F238E27FC236}">
                <a16:creationId xmlns:a16="http://schemas.microsoft.com/office/drawing/2014/main" id="{40BE9817-51AF-41FC-87BD-41F9DF90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6725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3" name="state-name-2">
            <a:extLst xmlns:a="http://schemas.openxmlformats.org/drawingml/2006/main">
              <a:ext uri="{FF2B5EF4-FFF2-40B4-BE49-F238E27FC236}">
                <a16:creationId xmlns:a16="http://schemas.microsoft.com/office/drawing/2014/main" id="{6D077FF8-5E6F-4710-A6B9-8CDCDC99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863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A3E"/>
                </a:solidFill>
              </a:defRPr>
            </a:pPr>
            <a:r>
              <a:rPr sz="1800" b="1">
                <a:solidFill>
                  <a:srgbClr val="0B7A3E"/>
                </a:solidFill>
              </a:rPr>
              <a:t>ELEGÍVEL</a:t>
            </a:r>
          </a:p>
        </p:txBody>
      </p:sp>
      <p:sp>
        <p:nvSpPr>
          <p:cNvPr id="14" name="state-desc-2">
            <a:extLst xmlns:a="http://schemas.openxmlformats.org/drawingml/2006/main">
              <a:ext uri="{FF2B5EF4-FFF2-40B4-BE49-F238E27FC236}">
                <a16:creationId xmlns:a16="http://schemas.microsoft.com/office/drawing/2014/main" id="{50C30EFE-FFC1-4217-BD5D-4B6A3FFE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863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G1 a G7 comprovados no escopo</a:t>
            </a:r>
          </a:p>
        </p:txBody>
      </p:sp>
      <p:sp>
        <p:nvSpPr>
          <p:cNvPr id="15" name="state-accent-3">
            <a:extLst xmlns:a="http://schemas.openxmlformats.org/drawingml/2006/main">
              <a:ext uri="{FF2B5EF4-FFF2-40B4-BE49-F238E27FC236}">
                <a16:creationId xmlns:a16="http://schemas.microsoft.com/office/drawing/2014/main" id="{B1489D97-398D-40B0-92DD-526E2473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007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</p:sp>
      <p:sp>
        <p:nvSpPr>
          <p:cNvPr id="16" name="state-name-3">
            <a:extLst xmlns:a="http://schemas.openxmlformats.org/drawingml/2006/main">
              <a:ext uri="{FF2B5EF4-FFF2-40B4-BE49-F238E27FC236}">
                <a16:creationId xmlns:a16="http://schemas.microsoft.com/office/drawing/2014/main" id="{FA186CF3-FD1E-4E40-B928-E45E1113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1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6BCE"/>
                </a:solidFill>
              </a:defRPr>
            </a:pPr>
            <a:r>
              <a:rPr sz="1800" b="1">
                <a:solidFill>
                  <a:srgbClr val="246BCE"/>
                </a:solidFill>
              </a:rPr>
              <a:t>AVANÇADO</a:t>
            </a:r>
          </a:p>
        </p:txBody>
      </p:sp>
      <p:sp>
        <p:nvSpPr>
          <p:cNvPr id="17" name="state-desc-3">
            <a:extLst xmlns:a="http://schemas.openxmlformats.org/drawingml/2006/main">
              <a:ext uri="{FF2B5EF4-FFF2-40B4-BE49-F238E27FC236}">
                <a16:creationId xmlns:a16="http://schemas.microsoft.com/office/drawing/2014/main" id="{0EF827EF-2FD8-4EDF-96BA-6D6ED36B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197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D3/D4, replay ou prevenção</a:t>
            </a:r>
          </a:p>
        </p:txBody>
      </p:sp>
    </p:spTree>
    <p:extLst>
      <p:ext uri="{BB962C8B-B14F-4D97-AF65-F5344CB8AC3E}">
        <p14:creationId xmlns:p14="http://schemas.microsoft.com/office/powerpoint/2010/main" val="8915191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2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" name="Rectangle 1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Rectangle 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90D9E42B-BD18-486F-BEA1-EE8E2AEE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24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6D39B"/>
                </a:solidFill>
              </a:defRPr>
            </a:pPr>
            <a:r>
              <a:rPr sz="1200" b="1">
                <a:solidFill>
                  <a:srgbClr val="76D39B"/>
                </a:solidFill>
              </a:rPr>
              <a:t>O CRITÉRIO FINAL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304F42B-B1ED-42C5-8B90-ED1A96AE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86000"/>
            <a:ext cx="895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Uma equipe que não escreveu o sistema consegue explicar a falha.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7A552B86-30BF-498C-B76A-884E4840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8DEE1"/>
                </a:solidFill>
              </a:defRPr>
            </a:pPr>
            <a:r>
              <a:rPr sz="1875">
                <a:solidFill>
                  <a:srgbClr val="D8DEE1"/>
                </a:solidFill>
              </a:rPr>
              <a:t>Ela reconstrói a operação, identifica a versão, localiza os fontes relevantes e apresenta evidências verificáveis.</a:t>
            </a:r>
          </a:p>
        </p:txBody>
      </p:sp>
      <p:sp>
        <p:nvSpPr>
          <p:cNvPr id="4" name="close-rule">
            <a:extLst xmlns:a="http://schemas.openxmlformats.org/drawingml/2006/main">
              <a:ext uri="{FF2B5EF4-FFF2-40B4-BE49-F238E27FC236}">
                <a16:creationId xmlns:a16="http://schemas.microsoft.com/office/drawing/2014/main" id="{FE960E6D-C91D-4E26-BA68-4C71CDBA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531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5A60"/>
          </a:solidFill>
          <a:ln xmlns:a="http://schemas.openxmlformats.org/drawingml/2006/main" w="9525">
            <a:solidFill>
              <a:srgbClr val="4D5A60"/>
            </a:solidFill>
            <a:prstDash val="solid"/>
          </a:ln>
        </p:spPr>
      </p:sp>
      <p:sp>
        <p:nvSpPr>
          <p:cNvPr id="5" name="close-brand">
            <a:extLst xmlns:a="http://schemas.openxmlformats.org/drawingml/2006/main">
              <a:ext uri="{FF2B5EF4-FFF2-40B4-BE49-F238E27FC236}">
                <a16:creationId xmlns:a16="http://schemas.microsoft.com/office/drawing/2014/main" id="{B44A8A62-3568-4AAE-BAF9-79730E41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770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D39B"/>
                </a:solidFill>
              </a:defRPr>
            </a:pPr>
            <a:r>
              <a:rPr sz="1500" b="1">
                <a:solidFill>
                  <a:srgbClr val="76D39B"/>
                </a:solidFill>
              </a:rPr>
              <a:t>by Play Sistemas Inteligentes</a:t>
            </a:r>
          </a:p>
        </p:txBody>
      </p:sp>
      <p:sp>
        <p:nvSpPr>
          <p:cNvPr id="6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D65C0203-8A1E-4274-92BD-8793B773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4198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Próximo passo: definir o escopo da avaliação.</a:t>
            </a:r>
          </a:p>
        </p:txBody>
      </p:sp>
    </p:spTree>
    <p:extLst>
      <p:ext uri="{BB962C8B-B14F-4D97-AF65-F5344CB8AC3E}">
        <p14:creationId xmlns:p14="http://schemas.microsoft.com/office/powerpoint/2010/main" val="10181632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2026-08-21T19:26:42.7460000Z</dcterms:created>
  <dcterms:modified xsi:type="dcterms:W3CDTF">2026-08-21T19:26:42.7460000Z</dcterms:modified>
</coreProperties>
</file>